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21"/>
  </p:notesMasterIdLst>
  <p:sldIdLst>
    <p:sldId id="256" r:id="rId2"/>
    <p:sldId id="299" r:id="rId3"/>
    <p:sldId id="300" r:id="rId4"/>
    <p:sldId id="301" r:id="rId5"/>
    <p:sldId id="302" r:id="rId6"/>
    <p:sldId id="303" r:id="rId7"/>
    <p:sldId id="307" r:id="rId8"/>
    <p:sldId id="312" r:id="rId9"/>
    <p:sldId id="313" r:id="rId10"/>
    <p:sldId id="308" r:id="rId11"/>
    <p:sldId id="304" r:id="rId12"/>
    <p:sldId id="305" r:id="rId13"/>
    <p:sldId id="306" r:id="rId14"/>
    <p:sldId id="314" r:id="rId15"/>
    <p:sldId id="315" r:id="rId16"/>
    <p:sldId id="309" r:id="rId17"/>
    <p:sldId id="310" r:id="rId18"/>
    <p:sldId id="316" r:id="rId19"/>
    <p:sldId id="31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742529-D5D3-400D-BF7D-9217F4328434}" v="130" dt="2026-07-09T07:56:36.4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198"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ish Chopra" userId="73b777bb-d56d-4042-ab11-fa04ce11e99f" providerId="ADAL" clId="{375ACA70-C26F-4825-A925-AA60B44A12C0}"/>
    <pc:docChg chg="undo redo custSel addSld delSld modSld sldOrd delMainMaster">
      <pc:chgData name="Ashish Chopra" userId="73b777bb-d56d-4042-ab11-fa04ce11e99f" providerId="ADAL" clId="{375ACA70-C26F-4825-A925-AA60B44A12C0}" dt="2026-07-09T08:04:30.429" v="33783" actId="207"/>
      <pc:docMkLst>
        <pc:docMk/>
      </pc:docMkLst>
      <pc:sldChg chg="addSp delSp modSp add del mod setBg chgLayout">
        <pc:chgData name="Ashish Chopra" userId="73b777bb-d56d-4042-ab11-fa04ce11e99f" providerId="ADAL" clId="{375ACA70-C26F-4825-A925-AA60B44A12C0}" dt="2026-07-09T07:04:40.603" v="32108" actId="1038"/>
        <pc:sldMkLst>
          <pc:docMk/>
          <pc:sldMk cId="0" sldId="256"/>
        </pc:sldMkLst>
        <pc:spChg chg="del mod">
          <ac:chgData name="Ashish Chopra" userId="73b777bb-d56d-4042-ab11-fa04ce11e99f" providerId="ADAL" clId="{375ACA70-C26F-4825-A925-AA60B44A12C0}" dt="2026-07-09T07:04:40.603" v="32108" actId="1038"/>
          <ac:spMkLst>
            <pc:docMk/>
            <pc:sldMk cId="0" sldId="256"/>
            <ac:spMk id="3" creationId="{00000000-0000-0000-0000-000000000000}"/>
          </ac:spMkLst>
        </pc:spChg>
        <pc:spChg chg="add del mod">
          <ac:chgData name="Ashish Chopra" userId="73b777bb-d56d-4042-ab11-fa04ce11e99f" providerId="ADAL" clId="{375ACA70-C26F-4825-A925-AA60B44A12C0}" dt="2026-07-09T06:25:11.281" v="31731" actId="478"/>
          <ac:spMkLst>
            <pc:docMk/>
            <pc:sldMk cId="0" sldId="256"/>
            <ac:spMk id="4" creationId="{13261B64-EC20-20C1-9151-58ABBBDFF370}"/>
          </ac:spMkLst>
        </pc:spChg>
        <pc:spChg chg="mod">
          <ac:chgData name="Ashish Chopra" userId="73b777bb-d56d-4042-ab11-fa04ce11e99f" providerId="ADAL" clId="{375ACA70-C26F-4825-A925-AA60B44A12C0}" dt="2026-07-09T06:25:08.140" v="31730" actId="14100"/>
          <ac:spMkLst>
            <pc:docMk/>
            <pc:sldMk cId="0" sldId="256"/>
            <ac:spMk id="5" creationId="{00000000-0000-0000-0000-000000000000}"/>
          </ac:spMkLst>
        </pc:spChg>
        <pc:spChg chg="add del mod">
          <ac:chgData name="Ashish Chopra" userId="73b777bb-d56d-4042-ab11-fa04ce11e99f" providerId="ADAL" clId="{375ACA70-C26F-4825-A925-AA60B44A12C0}" dt="2026-07-09T06:25:24.569" v="31762" actId="1076"/>
          <ac:spMkLst>
            <pc:docMk/>
            <pc:sldMk cId="0" sldId="256"/>
            <ac:spMk id="6" creationId="{B92B44E7-4882-A3BA-63EA-36F9582271A9}"/>
          </ac:spMkLst>
        </pc:spChg>
        <pc:spChg chg="add mod">
          <ac:chgData name="Ashish Chopra" userId="73b777bb-d56d-4042-ab11-fa04ce11e99f" providerId="ADAL" clId="{375ACA70-C26F-4825-A925-AA60B44A12C0}" dt="2026-07-09T06:21:01.202" v="31657" actId="1076"/>
          <ac:spMkLst>
            <pc:docMk/>
            <pc:sldMk cId="0" sldId="256"/>
            <ac:spMk id="7" creationId="{0834A259-FFD3-B4E9-41CA-285A17D034AF}"/>
          </ac:spMkLst>
        </pc:spChg>
        <pc:picChg chg="add del mod">
          <ac:chgData name="Ashish Chopra" userId="73b777bb-d56d-4042-ab11-fa04ce11e99f" providerId="ADAL" clId="{375ACA70-C26F-4825-A925-AA60B44A12C0}" dt="2026-07-09T07:02:28.107" v="32090" actId="478"/>
          <ac:picMkLst>
            <pc:docMk/>
            <pc:sldMk cId="0" sldId="256"/>
            <ac:picMk id="4" creationId="{C72075E5-E5EB-BB98-56FA-77D64E435814}"/>
          </ac:picMkLst>
        </pc:picChg>
        <pc:picChg chg="add mod">
          <ac:chgData name="Ashish Chopra" userId="73b777bb-d56d-4042-ab11-fa04ce11e99f" providerId="ADAL" clId="{375ACA70-C26F-4825-A925-AA60B44A12C0}" dt="2026-07-09T07:04:20.352" v="32099" actId="1035"/>
          <ac:picMkLst>
            <pc:docMk/>
            <pc:sldMk cId="0" sldId="256"/>
            <ac:picMk id="8" creationId="{A9E188E0-E73F-7AA5-04EC-D27495EDFADE}"/>
          </ac:picMkLst>
        </pc:picChg>
      </pc:sldChg>
      <pc:sldChg chg="delSp modSp del mod ord setBg">
        <pc:chgData name="Ashish Chopra" userId="73b777bb-d56d-4042-ab11-fa04ce11e99f" providerId="ADAL" clId="{375ACA70-C26F-4825-A925-AA60B44A12C0}" dt="2026-07-09T02:22:15.151" v="29970" actId="47"/>
        <pc:sldMkLst>
          <pc:docMk/>
          <pc:sldMk cId="0" sldId="267"/>
        </pc:sldMkLst>
      </pc:sldChg>
      <pc:sldChg chg="delSp modSp del mod ord setBg">
        <pc:chgData name="Ashish Chopra" userId="73b777bb-d56d-4042-ab11-fa04ce11e99f" providerId="ADAL" clId="{375ACA70-C26F-4825-A925-AA60B44A12C0}" dt="2026-07-09T02:22:15.151" v="29970" actId="47"/>
        <pc:sldMkLst>
          <pc:docMk/>
          <pc:sldMk cId="4237444820" sldId="268"/>
        </pc:sldMkLst>
      </pc:sldChg>
      <pc:sldChg chg="addSp delSp modSp del mod ord setBg">
        <pc:chgData name="Ashish Chopra" userId="73b777bb-d56d-4042-ab11-fa04ce11e99f" providerId="ADAL" clId="{375ACA70-C26F-4825-A925-AA60B44A12C0}" dt="2026-07-09T02:22:15.151" v="29970" actId="47"/>
        <pc:sldMkLst>
          <pc:docMk/>
          <pc:sldMk cId="3756374049" sldId="269"/>
        </pc:sldMkLst>
      </pc:sldChg>
      <pc:sldChg chg="addSp delSp modSp del mod ord setBg">
        <pc:chgData name="Ashish Chopra" userId="73b777bb-d56d-4042-ab11-fa04ce11e99f" providerId="ADAL" clId="{375ACA70-C26F-4825-A925-AA60B44A12C0}" dt="2026-07-09T02:22:15.151" v="29970" actId="47"/>
        <pc:sldMkLst>
          <pc:docMk/>
          <pc:sldMk cId="3884354163" sldId="276"/>
        </pc:sldMkLst>
      </pc:sldChg>
      <pc:sldChg chg="addSp delSp modSp del mod ord setBg">
        <pc:chgData name="Ashish Chopra" userId="73b777bb-d56d-4042-ab11-fa04ce11e99f" providerId="ADAL" clId="{375ACA70-C26F-4825-A925-AA60B44A12C0}" dt="2026-07-09T02:22:15.151" v="29970" actId="47"/>
        <pc:sldMkLst>
          <pc:docMk/>
          <pc:sldMk cId="2604069347" sldId="277"/>
        </pc:sldMkLst>
      </pc:sldChg>
      <pc:sldChg chg="addSp delSp modSp del mod ord setBg">
        <pc:chgData name="Ashish Chopra" userId="73b777bb-d56d-4042-ab11-fa04ce11e99f" providerId="ADAL" clId="{375ACA70-C26F-4825-A925-AA60B44A12C0}" dt="2026-07-09T02:22:15.151" v="29970" actId="47"/>
        <pc:sldMkLst>
          <pc:docMk/>
          <pc:sldMk cId="2853644152" sldId="278"/>
        </pc:sldMkLst>
      </pc:sldChg>
      <pc:sldChg chg="addSp delSp modSp del mod setBg">
        <pc:chgData name="Ashish Chopra" userId="73b777bb-d56d-4042-ab11-fa04ce11e99f" providerId="ADAL" clId="{375ACA70-C26F-4825-A925-AA60B44A12C0}" dt="2026-07-09T02:22:15.151" v="29970" actId="47"/>
        <pc:sldMkLst>
          <pc:docMk/>
          <pc:sldMk cId="998053434" sldId="285"/>
        </pc:sldMkLst>
      </pc:sldChg>
      <pc:sldChg chg="addSp delSp modSp del mod setBg">
        <pc:chgData name="Ashish Chopra" userId="73b777bb-d56d-4042-ab11-fa04ce11e99f" providerId="ADAL" clId="{375ACA70-C26F-4825-A925-AA60B44A12C0}" dt="2026-07-09T02:22:15.151" v="29970" actId="47"/>
        <pc:sldMkLst>
          <pc:docMk/>
          <pc:sldMk cId="2059441895" sldId="286"/>
        </pc:sldMkLst>
      </pc:sldChg>
      <pc:sldChg chg="addSp delSp modSp add del mod setBg">
        <pc:chgData name="Ashish Chopra" userId="73b777bb-d56d-4042-ab11-fa04ce11e99f" providerId="ADAL" clId="{375ACA70-C26F-4825-A925-AA60B44A12C0}" dt="2026-07-09T02:22:15.151" v="29970" actId="47"/>
        <pc:sldMkLst>
          <pc:docMk/>
          <pc:sldMk cId="2272319928" sldId="288"/>
        </pc:sldMkLst>
      </pc:sldChg>
      <pc:sldChg chg="addSp delSp modSp add del mod setBg">
        <pc:chgData name="Ashish Chopra" userId="73b777bb-d56d-4042-ab11-fa04ce11e99f" providerId="ADAL" clId="{375ACA70-C26F-4825-A925-AA60B44A12C0}" dt="2026-07-09T02:22:15.151" v="29970" actId="47"/>
        <pc:sldMkLst>
          <pc:docMk/>
          <pc:sldMk cId="3712171052" sldId="289"/>
        </pc:sldMkLst>
      </pc:sldChg>
      <pc:sldChg chg="addSp delSp modSp add del mod setBg">
        <pc:chgData name="Ashish Chopra" userId="73b777bb-d56d-4042-ab11-fa04ce11e99f" providerId="ADAL" clId="{375ACA70-C26F-4825-A925-AA60B44A12C0}" dt="2026-07-09T02:22:15.151" v="29970" actId="47"/>
        <pc:sldMkLst>
          <pc:docMk/>
          <pc:sldMk cId="1060563035" sldId="290"/>
        </pc:sldMkLst>
      </pc:sldChg>
      <pc:sldChg chg="delSp modSp add del mod setBg">
        <pc:chgData name="Ashish Chopra" userId="73b777bb-d56d-4042-ab11-fa04ce11e99f" providerId="ADAL" clId="{375ACA70-C26F-4825-A925-AA60B44A12C0}" dt="2026-07-09T02:22:15.151" v="29970" actId="47"/>
        <pc:sldMkLst>
          <pc:docMk/>
          <pc:sldMk cId="1870282154" sldId="291"/>
        </pc:sldMkLst>
      </pc:sldChg>
      <pc:sldChg chg="delSp modSp add del mod setBg">
        <pc:chgData name="Ashish Chopra" userId="73b777bb-d56d-4042-ab11-fa04ce11e99f" providerId="ADAL" clId="{375ACA70-C26F-4825-A925-AA60B44A12C0}" dt="2026-07-09T02:22:15.151" v="29970" actId="47"/>
        <pc:sldMkLst>
          <pc:docMk/>
          <pc:sldMk cId="1338782695" sldId="292"/>
        </pc:sldMkLst>
      </pc:sldChg>
      <pc:sldChg chg="addSp delSp modSp add del mod setBg">
        <pc:chgData name="Ashish Chopra" userId="73b777bb-d56d-4042-ab11-fa04ce11e99f" providerId="ADAL" clId="{375ACA70-C26F-4825-A925-AA60B44A12C0}" dt="2026-07-09T02:22:15.151" v="29970" actId="47"/>
        <pc:sldMkLst>
          <pc:docMk/>
          <pc:sldMk cId="1758511745" sldId="293"/>
        </pc:sldMkLst>
      </pc:sldChg>
      <pc:sldChg chg="delSp modSp add del mod setBg">
        <pc:chgData name="Ashish Chopra" userId="73b777bb-d56d-4042-ab11-fa04ce11e99f" providerId="ADAL" clId="{375ACA70-C26F-4825-A925-AA60B44A12C0}" dt="2026-07-09T02:22:15.151" v="29970" actId="47"/>
        <pc:sldMkLst>
          <pc:docMk/>
          <pc:sldMk cId="1552303084" sldId="294"/>
        </pc:sldMkLst>
      </pc:sldChg>
      <pc:sldChg chg="addSp delSp modSp add del mod setBg">
        <pc:chgData name="Ashish Chopra" userId="73b777bb-d56d-4042-ab11-fa04ce11e99f" providerId="ADAL" clId="{375ACA70-C26F-4825-A925-AA60B44A12C0}" dt="2026-07-09T02:22:15.151" v="29970" actId="47"/>
        <pc:sldMkLst>
          <pc:docMk/>
          <pc:sldMk cId="210939854" sldId="295"/>
        </pc:sldMkLst>
      </pc:sldChg>
      <pc:sldChg chg="addSp delSp modSp add del mod setBg">
        <pc:chgData name="Ashish Chopra" userId="73b777bb-d56d-4042-ab11-fa04ce11e99f" providerId="ADAL" clId="{375ACA70-C26F-4825-A925-AA60B44A12C0}" dt="2026-07-09T02:22:15.151" v="29970" actId="47"/>
        <pc:sldMkLst>
          <pc:docMk/>
          <pc:sldMk cId="1797715510" sldId="296"/>
        </pc:sldMkLst>
      </pc:sldChg>
      <pc:sldChg chg="addSp delSp modSp add del mod setBg">
        <pc:chgData name="Ashish Chopra" userId="73b777bb-d56d-4042-ab11-fa04ce11e99f" providerId="ADAL" clId="{375ACA70-C26F-4825-A925-AA60B44A12C0}" dt="2026-07-09T02:22:15.151" v="29970" actId="47"/>
        <pc:sldMkLst>
          <pc:docMk/>
          <pc:sldMk cId="3071983158" sldId="297"/>
        </pc:sldMkLst>
      </pc:sldChg>
      <pc:sldChg chg="addSp delSp modSp add mod setBg">
        <pc:chgData name="Ashish Chopra" userId="73b777bb-d56d-4042-ab11-fa04ce11e99f" providerId="ADAL" clId="{375ACA70-C26F-4825-A925-AA60B44A12C0}" dt="2026-07-09T03:51:35.524" v="30947" actId="20577"/>
        <pc:sldMkLst>
          <pc:docMk/>
          <pc:sldMk cId="1828686536" sldId="299"/>
        </pc:sldMkLst>
        <pc:spChg chg="mod">
          <ac:chgData name="Ashish Chopra" userId="73b777bb-d56d-4042-ab11-fa04ce11e99f" providerId="ADAL" clId="{375ACA70-C26F-4825-A925-AA60B44A12C0}" dt="2026-07-09T02:23:13.197" v="30006" actId="20577"/>
          <ac:spMkLst>
            <pc:docMk/>
            <pc:sldMk cId="1828686536" sldId="299"/>
            <ac:spMk id="3" creationId="{7DD5C2C4-4801-6AE3-B5D7-D434834D6A2B}"/>
          </ac:spMkLst>
        </pc:spChg>
        <pc:spChg chg="mod">
          <ac:chgData name="Ashish Chopra" userId="73b777bb-d56d-4042-ab11-fa04ce11e99f" providerId="ADAL" clId="{375ACA70-C26F-4825-A925-AA60B44A12C0}" dt="2026-07-07T05:51:00.571" v="29762" actId="1035"/>
          <ac:spMkLst>
            <pc:docMk/>
            <pc:sldMk cId="1828686536" sldId="299"/>
            <ac:spMk id="5" creationId="{601A9C4B-98BD-BA3B-6C1D-4F617B4B0B2C}"/>
          </ac:spMkLst>
        </pc:spChg>
        <pc:spChg chg="add mod">
          <ac:chgData name="Ashish Chopra" userId="73b777bb-d56d-4042-ab11-fa04ce11e99f" providerId="ADAL" clId="{375ACA70-C26F-4825-A925-AA60B44A12C0}" dt="2026-07-09T03:51:35.524" v="30947" actId="20577"/>
          <ac:spMkLst>
            <pc:docMk/>
            <pc:sldMk cId="1828686536" sldId="299"/>
            <ac:spMk id="7" creationId="{A31C9D92-0AD9-6320-7407-AFBF2265CEB6}"/>
          </ac:spMkLst>
        </pc:spChg>
        <pc:spChg chg="add del mod">
          <ac:chgData name="Ashish Chopra" userId="73b777bb-d56d-4042-ab11-fa04ce11e99f" providerId="ADAL" clId="{375ACA70-C26F-4825-A925-AA60B44A12C0}" dt="2026-07-09T02:22:57.107" v="29989" actId="478"/>
          <ac:spMkLst>
            <pc:docMk/>
            <pc:sldMk cId="1828686536" sldId="299"/>
            <ac:spMk id="9" creationId="{92488166-6780-159D-1902-32ED7F82D713}"/>
          </ac:spMkLst>
        </pc:spChg>
      </pc:sldChg>
      <pc:sldChg chg="modSp add mod">
        <pc:chgData name="Ashish Chopra" userId="73b777bb-d56d-4042-ab11-fa04ce11e99f" providerId="ADAL" clId="{375ACA70-C26F-4825-A925-AA60B44A12C0}" dt="2026-07-09T02:27:43.200" v="30109" actId="2711"/>
        <pc:sldMkLst>
          <pc:docMk/>
          <pc:sldMk cId="2305839443" sldId="300"/>
        </pc:sldMkLst>
        <pc:spChg chg="mod">
          <ac:chgData name="Ashish Chopra" userId="73b777bb-d56d-4042-ab11-fa04ce11e99f" providerId="ADAL" clId="{375ACA70-C26F-4825-A925-AA60B44A12C0}" dt="2026-07-09T02:26:29.073" v="30098" actId="20577"/>
          <ac:spMkLst>
            <pc:docMk/>
            <pc:sldMk cId="2305839443" sldId="300"/>
            <ac:spMk id="3" creationId="{A72616F6-07E1-4205-43D0-D97CFAB49B0E}"/>
          </ac:spMkLst>
        </pc:spChg>
        <pc:spChg chg="mod">
          <ac:chgData name="Ashish Chopra" userId="73b777bb-d56d-4042-ab11-fa04ce11e99f" providerId="ADAL" clId="{375ACA70-C26F-4825-A925-AA60B44A12C0}" dt="2026-07-09T02:27:43.200" v="30109" actId="2711"/>
          <ac:spMkLst>
            <pc:docMk/>
            <pc:sldMk cId="2305839443" sldId="300"/>
            <ac:spMk id="7" creationId="{F3470368-A13A-93F3-4121-4AF29EAD7D89}"/>
          </ac:spMkLst>
        </pc:spChg>
      </pc:sldChg>
      <pc:sldChg chg="addSp delSp modSp add del mod setBg">
        <pc:chgData name="Ashish Chopra" userId="73b777bb-d56d-4042-ab11-fa04ce11e99f" providerId="ADAL" clId="{375ACA70-C26F-4825-A925-AA60B44A12C0}" dt="2026-07-09T02:22:15.151" v="29970" actId="47"/>
        <pc:sldMkLst>
          <pc:docMk/>
          <pc:sldMk cId="4038490149" sldId="300"/>
        </pc:sldMkLst>
      </pc:sldChg>
      <pc:sldChg chg="addSp delSp modSp add del mod ord setBg">
        <pc:chgData name="Ashish Chopra" userId="73b777bb-d56d-4042-ab11-fa04ce11e99f" providerId="ADAL" clId="{375ACA70-C26F-4825-A925-AA60B44A12C0}" dt="2026-07-09T02:22:15.151" v="29970" actId="47"/>
        <pc:sldMkLst>
          <pc:docMk/>
          <pc:sldMk cId="266836532" sldId="301"/>
        </pc:sldMkLst>
      </pc:sldChg>
      <pc:sldChg chg="addSp delSp modSp add mod">
        <pc:chgData name="Ashish Chopra" userId="73b777bb-d56d-4042-ab11-fa04ce11e99f" providerId="ADAL" clId="{375ACA70-C26F-4825-A925-AA60B44A12C0}" dt="2026-07-09T02:33:17.136" v="30219" actId="22"/>
        <pc:sldMkLst>
          <pc:docMk/>
          <pc:sldMk cId="499641120" sldId="301"/>
        </pc:sldMkLst>
        <pc:spChg chg="mod">
          <ac:chgData name="Ashish Chopra" userId="73b777bb-d56d-4042-ab11-fa04ce11e99f" providerId="ADAL" clId="{375ACA70-C26F-4825-A925-AA60B44A12C0}" dt="2026-07-09T02:27:03.577" v="30104" actId="20577"/>
          <ac:spMkLst>
            <pc:docMk/>
            <pc:sldMk cId="499641120" sldId="301"/>
            <ac:spMk id="3" creationId="{283E9934-6D69-87C5-C824-D0C7B8085388}"/>
          </ac:spMkLst>
        </pc:spChg>
        <pc:spChg chg="add del">
          <ac:chgData name="Ashish Chopra" userId="73b777bb-d56d-4042-ab11-fa04ce11e99f" providerId="ADAL" clId="{375ACA70-C26F-4825-A925-AA60B44A12C0}" dt="2026-07-09T02:33:12.665" v="30217" actId="22"/>
          <ac:spMkLst>
            <pc:docMk/>
            <pc:sldMk cId="499641120" sldId="301"/>
            <ac:spMk id="4" creationId="{6F5C629C-B0D7-EC54-EA34-F3CE278CECF1}"/>
          </ac:spMkLst>
        </pc:spChg>
        <pc:spChg chg="mod">
          <ac:chgData name="Ashish Chopra" userId="73b777bb-d56d-4042-ab11-fa04ce11e99f" providerId="ADAL" clId="{375ACA70-C26F-4825-A925-AA60B44A12C0}" dt="2026-07-09T02:29:54.935" v="30167" actId="255"/>
          <ac:spMkLst>
            <pc:docMk/>
            <pc:sldMk cId="499641120" sldId="301"/>
            <ac:spMk id="7" creationId="{E09CABB9-1A89-37C1-540A-D200DC1B3C94}"/>
          </ac:spMkLst>
        </pc:spChg>
        <pc:spChg chg="add del">
          <ac:chgData name="Ashish Chopra" userId="73b777bb-d56d-4042-ab11-fa04ce11e99f" providerId="ADAL" clId="{375ACA70-C26F-4825-A925-AA60B44A12C0}" dt="2026-07-09T02:33:17.136" v="30219" actId="22"/>
          <ac:spMkLst>
            <pc:docMk/>
            <pc:sldMk cId="499641120" sldId="301"/>
            <ac:spMk id="8" creationId="{A8F6FBF4-6AC1-A747-B6B8-B0C2514C3891}"/>
          </ac:spMkLst>
        </pc:spChg>
      </pc:sldChg>
      <pc:sldChg chg="addSp modSp add mod">
        <pc:chgData name="Ashish Chopra" userId="73b777bb-d56d-4042-ab11-fa04ce11e99f" providerId="ADAL" clId="{375ACA70-C26F-4825-A925-AA60B44A12C0}" dt="2026-07-09T02:40:03.741" v="30384" actId="208"/>
        <pc:sldMkLst>
          <pc:docMk/>
          <pc:sldMk cId="2660161877" sldId="302"/>
        </pc:sldMkLst>
        <pc:spChg chg="mod">
          <ac:chgData name="Ashish Chopra" userId="73b777bb-d56d-4042-ab11-fa04ce11e99f" providerId="ADAL" clId="{375ACA70-C26F-4825-A925-AA60B44A12C0}" dt="2026-07-09T02:38:15.608" v="30340" actId="1035"/>
          <ac:spMkLst>
            <pc:docMk/>
            <pc:sldMk cId="2660161877" sldId="302"/>
            <ac:spMk id="3" creationId="{A61D3925-6086-7931-99E1-01C1FBADC606}"/>
          </ac:spMkLst>
        </pc:spChg>
        <pc:spChg chg="add mod">
          <ac:chgData name="Ashish Chopra" userId="73b777bb-d56d-4042-ab11-fa04ce11e99f" providerId="ADAL" clId="{375ACA70-C26F-4825-A925-AA60B44A12C0}" dt="2026-07-09T02:40:03.741" v="30384" actId="208"/>
          <ac:spMkLst>
            <pc:docMk/>
            <pc:sldMk cId="2660161877" sldId="302"/>
            <ac:spMk id="4" creationId="{B8BBC833-01F9-C7EC-ACB0-7D491977F0FC}"/>
          </ac:spMkLst>
        </pc:spChg>
        <pc:spChg chg="mod">
          <ac:chgData name="Ashish Chopra" userId="73b777bb-d56d-4042-ab11-fa04ce11e99f" providerId="ADAL" clId="{375ACA70-C26F-4825-A925-AA60B44A12C0}" dt="2026-07-09T02:38:21.961" v="30351" actId="1035"/>
          <ac:spMkLst>
            <pc:docMk/>
            <pc:sldMk cId="2660161877" sldId="302"/>
            <ac:spMk id="5" creationId="{1D6069FC-D291-36E4-1C3A-03B30306AD0E}"/>
          </ac:spMkLst>
        </pc:spChg>
        <pc:spChg chg="mod">
          <ac:chgData name="Ashish Chopra" userId="73b777bb-d56d-4042-ab11-fa04ce11e99f" providerId="ADAL" clId="{375ACA70-C26F-4825-A925-AA60B44A12C0}" dt="2026-07-09T02:38:21.961" v="30351" actId="1035"/>
          <ac:spMkLst>
            <pc:docMk/>
            <pc:sldMk cId="2660161877" sldId="302"/>
            <ac:spMk id="7" creationId="{792DBFB5-6FF3-4CD9-BFA8-A2B17312AA69}"/>
          </ac:spMkLst>
        </pc:spChg>
      </pc:sldChg>
      <pc:sldChg chg="addSp delSp modSp add del mod ord setBg">
        <pc:chgData name="Ashish Chopra" userId="73b777bb-d56d-4042-ab11-fa04ce11e99f" providerId="ADAL" clId="{375ACA70-C26F-4825-A925-AA60B44A12C0}" dt="2026-07-09T02:22:15.151" v="29970" actId="47"/>
        <pc:sldMkLst>
          <pc:docMk/>
          <pc:sldMk cId="3812710461" sldId="302"/>
        </pc:sldMkLst>
      </pc:sldChg>
      <pc:sldChg chg="addSp delSp modSp add mod">
        <pc:chgData name="Ashish Chopra" userId="73b777bb-d56d-4042-ab11-fa04ce11e99f" providerId="ADAL" clId="{375ACA70-C26F-4825-A925-AA60B44A12C0}" dt="2026-07-09T02:46:03.211" v="30424" actId="478"/>
        <pc:sldMkLst>
          <pc:docMk/>
          <pc:sldMk cId="2389941591" sldId="303"/>
        </pc:sldMkLst>
        <pc:spChg chg="mod">
          <ac:chgData name="Ashish Chopra" userId="73b777bb-d56d-4042-ab11-fa04ce11e99f" providerId="ADAL" clId="{375ACA70-C26F-4825-A925-AA60B44A12C0}" dt="2026-07-09T02:40:49.190" v="30392" actId="20577"/>
          <ac:spMkLst>
            <pc:docMk/>
            <pc:sldMk cId="2389941591" sldId="303"/>
            <ac:spMk id="3" creationId="{FC0237BD-28CD-22A3-5D80-4D892BA0BCA1}"/>
          </ac:spMkLst>
        </pc:spChg>
        <pc:spChg chg="del">
          <ac:chgData name="Ashish Chopra" userId="73b777bb-d56d-4042-ab11-fa04ce11e99f" providerId="ADAL" clId="{375ACA70-C26F-4825-A925-AA60B44A12C0}" dt="2026-07-09T02:41:39.493" v="30396" actId="478"/>
          <ac:spMkLst>
            <pc:docMk/>
            <pc:sldMk cId="2389941591" sldId="303"/>
            <ac:spMk id="4" creationId="{8D4EBAF0-6BFC-1340-EF03-3F24B9B97A4C}"/>
          </ac:spMkLst>
        </pc:spChg>
        <pc:spChg chg="mod">
          <ac:chgData name="Ashish Chopra" userId="73b777bb-d56d-4042-ab11-fa04ce11e99f" providerId="ADAL" clId="{375ACA70-C26F-4825-A925-AA60B44A12C0}" dt="2026-07-09T02:42:05.450" v="30411" actId="20577"/>
          <ac:spMkLst>
            <pc:docMk/>
            <pc:sldMk cId="2389941591" sldId="303"/>
            <ac:spMk id="7" creationId="{C1D0CF54-BD17-7340-6F22-8B9990A2572C}"/>
          </ac:spMkLst>
        </pc:spChg>
        <pc:picChg chg="add del">
          <ac:chgData name="Ashish Chopra" userId="73b777bb-d56d-4042-ab11-fa04ce11e99f" providerId="ADAL" clId="{375ACA70-C26F-4825-A925-AA60B44A12C0}" dt="2026-07-09T02:42:56.726" v="30413" actId="22"/>
          <ac:picMkLst>
            <pc:docMk/>
            <pc:sldMk cId="2389941591" sldId="303"/>
            <ac:picMk id="6" creationId="{3A01BC81-9635-A98A-AE72-9C95B6945024}"/>
          </ac:picMkLst>
        </pc:picChg>
        <pc:picChg chg="add del mod">
          <ac:chgData name="Ashish Chopra" userId="73b777bb-d56d-4042-ab11-fa04ce11e99f" providerId="ADAL" clId="{375ACA70-C26F-4825-A925-AA60B44A12C0}" dt="2026-07-09T02:43:45.051" v="30417" actId="478"/>
          <ac:picMkLst>
            <pc:docMk/>
            <pc:sldMk cId="2389941591" sldId="303"/>
            <ac:picMk id="9" creationId="{173F18EB-4155-A4E4-5C2E-43B29FEACE35}"/>
          </ac:picMkLst>
        </pc:picChg>
        <pc:picChg chg="add del">
          <ac:chgData name="Ashish Chopra" userId="73b777bb-d56d-4042-ab11-fa04ce11e99f" providerId="ADAL" clId="{375ACA70-C26F-4825-A925-AA60B44A12C0}" dt="2026-07-09T02:45:47.276" v="30419" actId="21"/>
          <ac:picMkLst>
            <pc:docMk/>
            <pc:sldMk cId="2389941591" sldId="303"/>
            <ac:picMk id="11" creationId="{7BF25BA9-019B-3FE3-B869-2874C2945D16}"/>
          </ac:picMkLst>
        </pc:picChg>
        <pc:picChg chg="add del">
          <ac:chgData name="Ashish Chopra" userId="73b777bb-d56d-4042-ab11-fa04ce11e99f" providerId="ADAL" clId="{375ACA70-C26F-4825-A925-AA60B44A12C0}" dt="2026-07-09T02:46:03.211" v="30424" actId="478"/>
          <ac:picMkLst>
            <pc:docMk/>
            <pc:sldMk cId="2389941591" sldId="303"/>
            <ac:picMk id="13" creationId="{714DBC8E-DF5C-7E4F-30BA-B47B075AA8AC}"/>
          </ac:picMkLst>
        </pc:picChg>
      </pc:sldChg>
      <pc:sldChg chg="addSp delSp modSp add del mod ord setBg">
        <pc:chgData name="Ashish Chopra" userId="73b777bb-d56d-4042-ab11-fa04ce11e99f" providerId="ADAL" clId="{375ACA70-C26F-4825-A925-AA60B44A12C0}" dt="2026-07-09T02:22:15.151" v="29970" actId="47"/>
        <pc:sldMkLst>
          <pc:docMk/>
          <pc:sldMk cId="817289166" sldId="304"/>
        </pc:sldMkLst>
      </pc:sldChg>
      <pc:sldChg chg="addSp delSp modSp add mod">
        <pc:chgData name="Ashish Chopra" userId="73b777bb-d56d-4042-ab11-fa04ce11e99f" providerId="ADAL" clId="{375ACA70-C26F-4825-A925-AA60B44A12C0}" dt="2026-07-09T08:01:38.742" v="33637" actId="14100"/>
        <pc:sldMkLst>
          <pc:docMk/>
          <pc:sldMk cId="1585305059" sldId="304"/>
        </pc:sldMkLst>
        <pc:spChg chg="del">
          <ac:chgData name="Ashish Chopra" userId="73b777bb-d56d-4042-ab11-fa04ce11e99f" providerId="ADAL" clId="{375ACA70-C26F-4825-A925-AA60B44A12C0}" dt="2026-07-09T02:46:15.611" v="30428" actId="478"/>
          <ac:spMkLst>
            <pc:docMk/>
            <pc:sldMk cId="1585305059" sldId="304"/>
            <ac:spMk id="3" creationId="{C2B49181-B577-F935-1908-AA8308F0552D}"/>
          </ac:spMkLst>
        </pc:spChg>
        <pc:spChg chg="del">
          <ac:chgData name="Ashish Chopra" userId="73b777bb-d56d-4042-ab11-fa04ce11e99f" providerId="ADAL" clId="{375ACA70-C26F-4825-A925-AA60B44A12C0}" dt="2026-07-09T02:46:12.253" v="30427" actId="478"/>
          <ac:spMkLst>
            <pc:docMk/>
            <pc:sldMk cId="1585305059" sldId="304"/>
            <ac:spMk id="5" creationId="{BAAF7F23-D78D-7129-5DA1-0FE440F0FB4D}"/>
          </ac:spMkLst>
        </pc:spChg>
        <pc:spChg chg="del">
          <ac:chgData name="Ashish Chopra" userId="73b777bb-d56d-4042-ab11-fa04ce11e99f" providerId="ADAL" clId="{375ACA70-C26F-4825-A925-AA60B44A12C0}" dt="2026-07-09T02:46:10.694" v="30426" actId="478"/>
          <ac:spMkLst>
            <pc:docMk/>
            <pc:sldMk cId="1585305059" sldId="304"/>
            <ac:spMk id="7" creationId="{D19A6F65-556A-3945-EF6A-6B78AF631A45}"/>
          </ac:spMkLst>
        </pc:spChg>
        <pc:spChg chg="add mod">
          <ac:chgData name="Ashish Chopra" userId="73b777bb-d56d-4042-ab11-fa04ce11e99f" providerId="ADAL" clId="{375ACA70-C26F-4825-A925-AA60B44A12C0}" dt="2026-07-09T08:01:30.855" v="33636" actId="20577"/>
          <ac:spMkLst>
            <pc:docMk/>
            <pc:sldMk cId="1585305059" sldId="304"/>
            <ac:spMk id="12" creationId="{ACE858D1-FB5F-276F-8D52-D260646A3A35}"/>
          </ac:spMkLst>
        </pc:spChg>
        <pc:spChg chg="add mod">
          <ac:chgData name="Ashish Chopra" userId="73b777bb-d56d-4042-ab11-fa04ce11e99f" providerId="ADAL" clId="{375ACA70-C26F-4825-A925-AA60B44A12C0}" dt="2026-07-09T08:01:38.742" v="33637" actId="14100"/>
          <ac:spMkLst>
            <pc:docMk/>
            <pc:sldMk cId="1585305059" sldId="304"/>
            <ac:spMk id="15" creationId="{553AF5B0-6CA3-587B-A38C-F4E6D1BA76B4}"/>
          </ac:spMkLst>
        </pc:spChg>
        <pc:picChg chg="add del mod">
          <ac:chgData name="Ashish Chopra" userId="73b777bb-d56d-4042-ab11-fa04ce11e99f" providerId="ADAL" clId="{375ACA70-C26F-4825-A925-AA60B44A12C0}" dt="2026-07-09T07:06:37.064" v="32120" actId="1440"/>
          <ac:picMkLst>
            <pc:docMk/>
            <pc:sldMk cId="1585305059" sldId="304"/>
            <ac:picMk id="4" creationId="{F8446B35-60BB-52B1-5DD7-77AEDE361C59}"/>
          </ac:picMkLst>
        </pc:picChg>
        <pc:picChg chg="add del mod">
          <ac:chgData name="Ashish Chopra" userId="73b777bb-d56d-4042-ab11-fa04ce11e99f" providerId="ADAL" clId="{375ACA70-C26F-4825-A925-AA60B44A12C0}" dt="2026-07-09T03:11:37.095" v="30443" actId="478"/>
          <ac:picMkLst>
            <pc:docMk/>
            <pc:sldMk cId="1585305059" sldId="304"/>
            <ac:picMk id="8" creationId="{8D8EE3D1-4E69-BAF3-0222-8EC98B836CF7}"/>
          </ac:picMkLst>
        </pc:picChg>
        <pc:picChg chg="add del mod">
          <ac:chgData name="Ashish Chopra" userId="73b777bb-d56d-4042-ab11-fa04ce11e99f" providerId="ADAL" clId="{375ACA70-C26F-4825-A925-AA60B44A12C0}" dt="2026-07-09T03:11:34.917" v="30442" actId="478"/>
          <ac:picMkLst>
            <pc:docMk/>
            <pc:sldMk cId="1585305059" sldId="304"/>
            <ac:picMk id="10" creationId="{C80829AB-593E-AA31-B5C0-D8C0EA76C326}"/>
          </ac:picMkLst>
        </pc:picChg>
        <pc:picChg chg="add del mod">
          <ac:chgData name="Ashish Chopra" userId="73b777bb-d56d-4042-ab11-fa04ce11e99f" providerId="ADAL" clId="{375ACA70-C26F-4825-A925-AA60B44A12C0}" dt="2026-07-09T02:47:04.299" v="30430" actId="478"/>
          <ac:picMkLst>
            <pc:docMk/>
            <pc:sldMk cId="1585305059" sldId="304"/>
            <ac:picMk id="13" creationId="{1AA0D24D-A38C-2737-9474-F7D995D9A54C}"/>
          </ac:picMkLst>
        </pc:picChg>
      </pc:sldChg>
      <pc:sldChg chg="addSp delSp modSp add mod">
        <pc:chgData name="Ashish Chopra" userId="73b777bb-d56d-4042-ab11-fa04ce11e99f" providerId="ADAL" clId="{375ACA70-C26F-4825-A925-AA60B44A12C0}" dt="2026-07-09T08:01:48.372" v="33639" actId="14100"/>
        <pc:sldMkLst>
          <pc:docMk/>
          <pc:sldMk cId="1432761073" sldId="305"/>
        </pc:sldMkLst>
        <pc:spChg chg="add mod">
          <ac:chgData name="Ashish Chopra" userId="73b777bb-d56d-4042-ab11-fa04ce11e99f" providerId="ADAL" clId="{375ACA70-C26F-4825-A925-AA60B44A12C0}" dt="2026-07-09T08:01:41.413" v="33638" actId="20577"/>
          <ac:spMkLst>
            <pc:docMk/>
            <pc:sldMk cId="1432761073" sldId="305"/>
            <ac:spMk id="3" creationId="{7A0B0460-1521-8FB2-58F4-711E6A2ACB02}"/>
          </ac:spMkLst>
        </pc:spChg>
        <pc:spChg chg="add mod">
          <ac:chgData name="Ashish Chopra" userId="73b777bb-d56d-4042-ab11-fa04ce11e99f" providerId="ADAL" clId="{375ACA70-C26F-4825-A925-AA60B44A12C0}" dt="2026-07-09T08:01:48.372" v="33639" actId="14100"/>
          <ac:spMkLst>
            <pc:docMk/>
            <pc:sldMk cId="1432761073" sldId="305"/>
            <ac:spMk id="6" creationId="{3B878095-39BA-AD9F-76A2-94CC2185C93A}"/>
          </ac:spMkLst>
        </pc:spChg>
        <pc:picChg chg="del">
          <ac:chgData name="Ashish Chopra" userId="73b777bb-d56d-4042-ab11-fa04ce11e99f" providerId="ADAL" clId="{375ACA70-C26F-4825-A925-AA60B44A12C0}" dt="2026-07-09T03:12:00.912" v="30450" actId="478"/>
          <ac:picMkLst>
            <pc:docMk/>
            <pc:sldMk cId="1432761073" sldId="305"/>
            <ac:picMk id="4" creationId="{447313CC-9D04-C477-7463-73579630F54C}"/>
          </ac:picMkLst>
        </pc:picChg>
        <pc:picChg chg="mod">
          <ac:chgData name="Ashish Chopra" userId="73b777bb-d56d-4042-ab11-fa04ce11e99f" providerId="ADAL" clId="{375ACA70-C26F-4825-A925-AA60B44A12C0}" dt="2026-07-09T07:06:43.834" v="32122" actId="1036"/>
          <ac:picMkLst>
            <pc:docMk/>
            <pc:sldMk cId="1432761073" sldId="305"/>
            <ac:picMk id="8" creationId="{EFD0F05F-610D-354F-83CD-9DF6D31FD5C9}"/>
          </ac:picMkLst>
        </pc:picChg>
        <pc:picChg chg="del">
          <ac:chgData name="Ashish Chopra" userId="73b777bb-d56d-4042-ab11-fa04ce11e99f" providerId="ADAL" clId="{375ACA70-C26F-4825-A925-AA60B44A12C0}" dt="2026-07-09T03:11:59.935" v="30449" actId="478"/>
          <ac:picMkLst>
            <pc:docMk/>
            <pc:sldMk cId="1432761073" sldId="305"/>
            <ac:picMk id="10" creationId="{DA053A5A-2741-CF60-2EAD-57E426018CEE}"/>
          </ac:picMkLst>
        </pc:picChg>
      </pc:sldChg>
      <pc:sldChg chg="addSp delSp modSp add del mod setBg">
        <pc:chgData name="Ashish Chopra" userId="73b777bb-d56d-4042-ab11-fa04ce11e99f" providerId="ADAL" clId="{375ACA70-C26F-4825-A925-AA60B44A12C0}" dt="2026-07-09T02:22:15.151" v="29970" actId="47"/>
        <pc:sldMkLst>
          <pc:docMk/>
          <pc:sldMk cId="1989790082" sldId="305"/>
        </pc:sldMkLst>
      </pc:sldChg>
      <pc:sldChg chg="addSp delSp modSp add mod">
        <pc:chgData name="Ashish Chopra" userId="73b777bb-d56d-4042-ab11-fa04ce11e99f" providerId="ADAL" clId="{375ACA70-C26F-4825-A925-AA60B44A12C0}" dt="2026-07-09T08:01:57.956" v="33641" actId="14100"/>
        <pc:sldMkLst>
          <pc:docMk/>
          <pc:sldMk cId="1310828544" sldId="306"/>
        </pc:sldMkLst>
        <pc:spChg chg="add mod">
          <ac:chgData name="Ashish Chopra" userId="73b777bb-d56d-4042-ab11-fa04ce11e99f" providerId="ADAL" clId="{375ACA70-C26F-4825-A925-AA60B44A12C0}" dt="2026-07-09T08:01:50.718" v="33640" actId="20577"/>
          <ac:spMkLst>
            <pc:docMk/>
            <pc:sldMk cId="1310828544" sldId="306"/>
            <ac:spMk id="6" creationId="{0A094FAF-16FE-8792-2E62-0BB9578F533D}"/>
          </ac:spMkLst>
        </pc:spChg>
        <pc:spChg chg="add mod">
          <ac:chgData name="Ashish Chopra" userId="73b777bb-d56d-4042-ab11-fa04ce11e99f" providerId="ADAL" clId="{375ACA70-C26F-4825-A925-AA60B44A12C0}" dt="2026-07-09T08:01:57.956" v="33641" actId="14100"/>
          <ac:spMkLst>
            <pc:docMk/>
            <pc:sldMk cId="1310828544" sldId="306"/>
            <ac:spMk id="9" creationId="{C5DB3A4C-D41B-901F-5D80-960589DFCEAA}"/>
          </ac:spMkLst>
        </pc:spChg>
        <pc:picChg chg="add mod">
          <ac:chgData name="Ashish Chopra" userId="73b777bb-d56d-4042-ab11-fa04ce11e99f" providerId="ADAL" clId="{375ACA70-C26F-4825-A925-AA60B44A12C0}" dt="2026-07-09T07:07:05.307" v="32132" actId="1035"/>
          <ac:picMkLst>
            <pc:docMk/>
            <pc:sldMk cId="1310828544" sldId="306"/>
            <ac:picMk id="3" creationId="{5F8C19D1-25D6-E69F-6A08-C969857F4D0E}"/>
          </ac:picMkLst>
        </pc:picChg>
        <pc:picChg chg="del">
          <ac:chgData name="Ashish Chopra" userId="73b777bb-d56d-4042-ab11-fa04ce11e99f" providerId="ADAL" clId="{375ACA70-C26F-4825-A925-AA60B44A12C0}" dt="2026-07-09T03:12:18.070" v="30453" actId="478"/>
          <ac:picMkLst>
            <pc:docMk/>
            <pc:sldMk cId="1310828544" sldId="306"/>
            <ac:picMk id="4" creationId="{DC7D2367-0538-43A5-B03C-EE7F7C546D1C}"/>
          </ac:picMkLst>
        </pc:picChg>
        <pc:picChg chg="del">
          <ac:chgData name="Ashish Chopra" userId="73b777bb-d56d-4042-ab11-fa04ce11e99f" providerId="ADAL" clId="{375ACA70-C26F-4825-A925-AA60B44A12C0}" dt="2026-07-09T03:12:20.048" v="30454" actId="478"/>
          <ac:picMkLst>
            <pc:docMk/>
            <pc:sldMk cId="1310828544" sldId="306"/>
            <ac:picMk id="8" creationId="{984003E7-820D-909B-2924-C8145E0603E0}"/>
          </ac:picMkLst>
        </pc:picChg>
        <pc:picChg chg="mod">
          <ac:chgData name="Ashish Chopra" userId="73b777bb-d56d-4042-ab11-fa04ce11e99f" providerId="ADAL" clId="{375ACA70-C26F-4825-A925-AA60B44A12C0}" dt="2026-07-09T07:07:00.024" v="32126" actId="14100"/>
          <ac:picMkLst>
            <pc:docMk/>
            <pc:sldMk cId="1310828544" sldId="306"/>
            <ac:picMk id="10" creationId="{316DBBF4-F08A-5F88-BA55-6CCA34F7C189}"/>
          </ac:picMkLst>
        </pc:picChg>
      </pc:sldChg>
      <pc:sldChg chg="addSp delSp modSp add del mod setBg">
        <pc:chgData name="Ashish Chopra" userId="73b777bb-d56d-4042-ab11-fa04ce11e99f" providerId="ADAL" clId="{375ACA70-C26F-4825-A925-AA60B44A12C0}" dt="2026-07-09T02:22:15.151" v="29970" actId="47"/>
        <pc:sldMkLst>
          <pc:docMk/>
          <pc:sldMk cId="2683831831" sldId="306"/>
        </pc:sldMkLst>
      </pc:sldChg>
      <pc:sldChg chg="modSp add mod">
        <pc:chgData name="Ashish Chopra" userId="73b777bb-d56d-4042-ab11-fa04ce11e99f" providerId="ADAL" clId="{375ACA70-C26F-4825-A925-AA60B44A12C0}" dt="2026-07-09T03:37:44.240" v="30628" actId="255"/>
        <pc:sldMkLst>
          <pc:docMk/>
          <pc:sldMk cId="1688162401" sldId="307"/>
        </pc:sldMkLst>
        <pc:spChg chg="mod">
          <ac:chgData name="Ashish Chopra" userId="73b777bb-d56d-4042-ab11-fa04ce11e99f" providerId="ADAL" clId="{375ACA70-C26F-4825-A925-AA60B44A12C0}" dt="2026-07-09T03:34:24.456" v="30568" actId="20577"/>
          <ac:spMkLst>
            <pc:docMk/>
            <pc:sldMk cId="1688162401" sldId="307"/>
            <ac:spMk id="3" creationId="{26D571AF-7A14-E8EB-A594-09310981D93D}"/>
          </ac:spMkLst>
        </pc:spChg>
        <pc:spChg chg="mod">
          <ac:chgData name="Ashish Chopra" userId="73b777bb-d56d-4042-ab11-fa04ce11e99f" providerId="ADAL" clId="{375ACA70-C26F-4825-A925-AA60B44A12C0}" dt="2026-07-09T03:34:32.577" v="30569" actId="14100"/>
          <ac:spMkLst>
            <pc:docMk/>
            <pc:sldMk cId="1688162401" sldId="307"/>
            <ac:spMk id="5" creationId="{2335694E-17B2-2194-40F0-3CE76C8360E1}"/>
          </ac:spMkLst>
        </pc:spChg>
        <pc:spChg chg="mod">
          <ac:chgData name="Ashish Chopra" userId="73b777bb-d56d-4042-ab11-fa04ce11e99f" providerId="ADAL" clId="{375ACA70-C26F-4825-A925-AA60B44A12C0}" dt="2026-07-09T03:37:44.240" v="30628" actId="255"/>
          <ac:spMkLst>
            <pc:docMk/>
            <pc:sldMk cId="1688162401" sldId="307"/>
            <ac:spMk id="7" creationId="{99E33D4A-2206-7586-7AE9-61A9018C7620}"/>
          </ac:spMkLst>
        </pc:spChg>
      </pc:sldChg>
      <pc:sldChg chg="addSp delSp modSp add del mod ord setBg">
        <pc:chgData name="Ashish Chopra" userId="73b777bb-d56d-4042-ab11-fa04ce11e99f" providerId="ADAL" clId="{375ACA70-C26F-4825-A925-AA60B44A12C0}" dt="2026-07-09T02:22:15.151" v="29970" actId="47"/>
        <pc:sldMkLst>
          <pc:docMk/>
          <pc:sldMk cId="2303697904" sldId="307"/>
        </pc:sldMkLst>
      </pc:sldChg>
      <pc:sldChg chg="add del setBg">
        <pc:chgData name="Ashish Chopra" userId="73b777bb-d56d-4042-ab11-fa04ce11e99f" providerId="ADAL" clId="{375ACA70-C26F-4825-A925-AA60B44A12C0}" dt="2026-07-09T03:38:25.991" v="30630" actId="47"/>
        <pc:sldMkLst>
          <pc:docMk/>
          <pc:sldMk cId="1190791523" sldId="308"/>
        </pc:sldMkLst>
      </pc:sldChg>
      <pc:sldChg chg="addSp modSp add mod">
        <pc:chgData name="Ashish Chopra" userId="73b777bb-d56d-4042-ab11-fa04ce11e99f" providerId="ADAL" clId="{375ACA70-C26F-4825-A925-AA60B44A12C0}" dt="2026-07-09T08:04:30.429" v="33783" actId="207"/>
        <pc:sldMkLst>
          <pc:docMk/>
          <pc:sldMk cId="2053711752" sldId="308"/>
        </pc:sldMkLst>
        <pc:spChg chg="mod">
          <ac:chgData name="Ashish Chopra" userId="73b777bb-d56d-4042-ab11-fa04ce11e99f" providerId="ADAL" clId="{375ACA70-C26F-4825-A925-AA60B44A12C0}" dt="2026-07-09T08:01:16.823" v="33633" actId="20577"/>
          <ac:spMkLst>
            <pc:docMk/>
            <pc:sldMk cId="2053711752" sldId="308"/>
            <ac:spMk id="3" creationId="{B02171FD-374D-ECF9-7EE7-78A627EA5581}"/>
          </ac:spMkLst>
        </pc:spChg>
        <pc:spChg chg="add mod">
          <ac:chgData name="Ashish Chopra" userId="73b777bb-d56d-4042-ab11-fa04ce11e99f" providerId="ADAL" clId="{375ACA70-C26F-4825-A925-AA60B44A12C0}" dt="2026-07-09T08:04:22.134" v="33782" actId="20577"/>
          <ac:spMkLst>
            <pc:docMk/>
            <pc:sldMk cId="2053711752" sldId="308"/>
            <ac:spMk id="4" creationId="{8FCC30F5-F980-0E89-18DE-0F61F1E87C30}"/>
          </ac:spMkLst>
        </pc:spChg>
        <pc:spChg chg="mod">
          <ac:chgData name="Ashish Chopra" userId="73b777bb-d56d-4042-ab11-fa04ce11e99f" providerId="ADAL" clId="{375ACA70-C26F-4825-A925-AA60B44A12C0}" dt="2026-07-09T08:01:25.478" v="33635" actId="14100"/>
          <ac:spMkLst>
            <pc:docMk/>
            <pc:sldMk cId="2053711752" sldId="308"/>
            <ac:spMk id="5" creationId="{078FCDC1-7E7A-62DE-5B06-A467BCCF4E85}"/>
          </ac:spMkLst>
        </pc:spChg>
        <pc:spChg chg="add mod">
          <ac:chgData name="Ashish Chopra" userId="73b777bb-d56d-4042-ab11-fa04ce11e99f" providerId="ADAL" clId="{375ACA70-C26F-4825-A925-AA60B44A12C0}" dt="2026-07-09T08:04:30.429" v="33783" actId="207"/>
          <ac:spMkLst>
            <pc:docMk/>
            <pc:sldMk cId="2053711752" sldId="308"/>
            <ac:spMk id="7" creationId="{DFCAED0E-C88C-BB0E-718D-305E51F24503}"/>
          </ac:spMkLst>
        </pc:spChg>
      </pc:sldChg>
      <pc:sldChg chg="delSp modSp add del mod setBg">
        <pc:chgData name="Ashish Chopra" userId="73b777bb-d56d-4042-ab11-fa04ce11e99f" providerId="ADAL" clId="{375ACA70-C26F-4825-A925-AA60B44A12C0}" dt="2026-07-09T02:22:15.151" v="29970" actId="47"/>
        <pc:sldMkLst>
          <pc:docMk/>
          <pc:sldMk cId="2732512236" sldId="308"/>
        </pc:sldMkLst>
      </pc:sldChg>
      <pc:sldChg chg="addSp delSp modSp add del mod ord setBg">
        <pc:chgData name="Ashish Chopra" userId="73b777bb-d56d-4042-ab11-fa04ce11e99f" providerId="ADAL" clId="{375ACA70-C26F-4825-A925-AA60B44A12C0}" dt="2026-07-09T02:22:15.151" v="29970" actId="47"/>
        <pc:sldMkLst>
          <pc:docMk/>
          <pc:sldMk cId="1347285427" sldId="309"/>
        </pc:sldMkLst>
      </pc:sldChg>
      <pc:sldChg chg="modSp add mod ord">
        <pc:chgData name="Ashish Chopra" userId="73b777bb-d56d-4042-ab11-fa04ce11e99f" providerId="ADAL" clId="{375ACA70-C26F-4825-A925-AA60B44A12C0}" dt="2026-07-09T06:31:53.948" v="31772"/>
        <pc:sldMkLst>
          <pc:docMk/>
          <pc:sldMk cId="3488561947" sldId="309"/>
        </pc:sldMkLst>
        <pc:spChg chg="mod">
          <ac:chgData name="Ashish Chopra" userId="73b777bb-d56d-4042-ab11-fa04ce11e99f" providerId="ADAL" clId="{375ACA70-C26F-4825-A925-AA60B44A12C0}" dt="2026-07-09T03:39:08.996" v="30671" actId="20577"/>
          <ac:spMkLst>
            <pc:docMk/>
            <pc:sldMk cId="3488561947" sldId="309"/>
            <ac:spMk id="3" creationId="{F759838C-32FF-B508-15B0-07A1E4E1CBA3}"/>
          </ac:spMkLst>
        </pc:spChg>
      </pc:sldChg>
      <pc:sldChg chg="addSp delSp modSp add mod">
        <pc:chgData name="Ashish Chopra" userId="73b777bb-d56d-4042-ab11-fa04ce11e99f" providerId="ADAL" clId="{375ACA70-C26F-4825-A925-AA60B44A12C0}" dt="2026-07-09T07:54:00.436" v="33283" actId="1037"/>
        <pc:sldMkLst>
          <pc:docMk/>
          <pc:sldMk cId="99727968" sldId="310"/>
        </pc:sldMkLst>
        <pc:spChg chg="del">
          <ac:chgData name="Ashish Chopra" userId="73b777bb-d56d-4042-ab11-fa04ce11e99f" providerId="ADAL" clId="{375ACA70-C26F-4825-A925-AA60B44A12C0}" dt="2026-07-09T03:39:18.813" v="30673" actId="478"/>
          <ac:spMkLst>
            <pc:docMk/>
            <pc:sldMk cId="99727968" sldId="310"/>
            <ac:spMk id="3" creationId="{2664A8AB-04AE-2D0A-E5C5-06838A9E0373}"/>
          </ac:spMkLst>
        </pc:spChg>
        <pc:spChg chg="add mod">
          <ac:chgData name="Ashish Chopra" userId="73b777bb-d56d-4042-ab11-fa04ce11e99f" providerId="ADAL" clId="{375ACA70-C26F-4825-A925-AA60B44A12C0}" dt="2026-07-09T03:48:34.448" v="30895" actId="20577"/>
          <ac:spMkLst>
            <pc:docMk/>
            <pc:sldMk cId="99727968" sldId="310"/>
            <ac:spMk id="4" creationId="{B2101489-1A75-82A0-04A5-8D9C8BE4E6F0}"/>
          </ac:spMkLst>
        </pc:spChg>
        <pc:spChg chg="del">
          <ac:chgData name="Ashish Chopra" userId="73b777bb-d56d-4042-ab11-fa04ce11e99f" providerId="ADAL" clId="{375ACA70-C26F-4825-A925-AA60B44A12C0}" dt="2026-07-09T03:39:18.813" v="30673" actId="478"/>
          <ac:spMkLst>
            <pc:docMk/>
            <pc:sldMk cId="99727968" sldId="310"/>
            <ac:spMk id="5" creationId="{9672F04D-E1F6-1920-9F8E-51755BE8B865}"/>
          </ac:spMkLst>
        </pc:spChg>
        <pc:spChg chg="add mod">
          <ac:chgData name="Ashish Chopra" userId="73b777bb-d56d-4042-ab11-fa04ce11e99f" providerId="ADAL" clId="{375ACA70-C26F-4825-A925-AA60B44A12C0}" dt="2026-07-09T03:52:23.525" v="30959" actId="1035"/>
          <ac:spMkLst>
            <pc:docMk/>
            <pc:sldMk cId="99727968" sldId="310"/>
            <ac:spMk id="7" creationId="{2F101BF5-2D47-4E6D-BB42-37F54A8B7B2D}"/>
          </ac:spMkLst>
        </pc:spChg>
        <pc:graphicFrameChg chg="add mod modGraphic">
          <ac:chgData name="Ashish Chopra" userId="73b777bb-d56d-4042-ab11-fa04ce11e99f" providerId="ADAL" clId="{375ACA70-C26F-4825-A925-AA60B44A12C0}" dt="2026-07-09T07:53:50.933" v="33270"/>
          <ac:graphicFrameMkLst>
            <pc:docMk/>
            <pc:sldMk cId="99727968" sldId="310"/>
            <ac:graphicFrameMk id="3" creationId="{AAB26F92-8CB1-C613-199F-A47134E229A3}"/>
          </ac:graphicFrameMkLst>
        </pc:graphicFrameChg>
        <pc:graphicFrameChg chg="add del mod modGraphic">
          <ac:chgData name="Ashish Chopra" userId="73b777bb-d56d-4042-ab11-fa04ce11e99f" providerId="ADAL" clId="{375ACA70-C26F-4825-A925-AA60B44A12C0}" dt="2026-07-09T03:46:26.401" v="30864" actId="478"/>
          <ac:graphicFrameMkLst>
            <pc:docMk/>
            <pc:sldMk cId="99727968" sldId="310"/>
            <ac:graphicFrameMk id="8" creationId="{63C3B895-AC40-E269-8536-E4F0D9DD0DD5}"/>
          </ac:graphicFrameMkLst>
        </pc:graphicFrameChg>
        <pc:graphicFrameChg chg="add del mod modGraphic">
          <ac:chgData name="Ashish Chopra" userId="73b777bb-d56d-4042-ab11-fa04ce11e99f" providerId="ADAL" clId="{375ACA70-C26F-4825-A925-AA60B44A12C0}" dt="2026-07-09T03:47:20.170" v="30874" actId="478"/>
          <ac:graphicFrameMkLst>
            <pc:docMk/>
            <pc:sldMk cId="99727968" sldId="310"/>
            <ac:graphicFrameMk id="9" creationId="{A7060DCF-BD52-5A41-AF36-3BD6AC06C6CE}"/>
          </ac:graphicFrameMkLst>
        </pc:graphicFrameChg>
        <pc:graphicFrameChg chg="add mod modGraphic">
          <ac:chgData name="Ashish Chopra" userId="73b777bb-d56d-4042-ab11-fa04ce11e99f" providerId="ADAL" clId="{375ACA70-C26F-4825-A925-AA60B44A12C0}" dt="2026-07-09T07:54:00.436" v="33283" actId="1037"/>
          <ac:graphicFrameMkLst>
            <pc:docMk/>
            <pc:sldMk cId="99727968" sldId="310"/>
            <ac:graphicFrameMk id="10" creationId="{98223D5C-62D1-10CD-DAB4-80B3904D1B1F}"/>
          </ac:graphicFrameMkLst>
        </pc:graphicFrameChg>
      </pc:sldChg>
      <pc:sldChg chg="delSp modSp add del mod">
        <pc:chgData name="Ashish Chopra" userId="73b777bb-d56d-4042-ab11-fa04ce11e99f" providerId="ADAL" clId="{375ACA70-C26F-4825-A925-AA60B44A12C0}" dt="2026-07-09T07:50:15.243" v="33246" actId="47"/>
        <pc:sldMkLst>
          <pc:docMk/>
          <pc:sldMk cId="728013250" sldId="311"/>
        </pc:sldMkLst>
        <pc:spChg chg="mod">
          <ac:chgData name="Ashish Chopra" userId="73b777bb-d56d-4042-ab11-fa04ce11e99f" providerId="ADAL" clId="{375ACA70-C26F-4825-A925-AA60B44A12C0}" dt="2026-07-09T03:48:48.316" v="30922" actId="20577"/>
          <ac:spMkLst>
            <pc:docMk/>
            <pc:sldMk cId="728013250" sldId="311"/>
            <ac:spMk id="4" creationId="{EBD6BB92-EF74-D29A-D63C-EA83794A2C2C}"/>
          </ac:spMkLst>
        </pc:spChg>
        <pc:spChg chg="mod">
          <ac:chgData name="Ashish Chopra" userId="73b777bb-d56d-4042-ab11-fa04ce11e99f" providerId="ADAL" clId="{375ACA70-C26F-4825-A925-AA60B44A12C0}" dt="2026-07-09T03:52:36.305" v="30960" actId="14100"/>
          <ac:spMkLst>
            <pc:docMk/>
            <pc:sldMk cId="728013250" sldId="311"/>
            <ac:spMk id="7" creationId="{0270763A-3090-1124-BC25-750FF22B8469}"/>
          </ac:spMkLst>
        </pc:spChg>
        <pc:graphicFrameChg chg="del mod modGraphic">
          <ac:chgData name="Ashish Chopra" userId="73b777bb-d56d-4042-ab11-fa04ce11e99f" providerId="ADAL" clId="{375ACA70-C26F-4825-A925-AA60B44A12C0}" dt="2026-07-09T07:49:17.358" v="33236" actId="21"/>
          <ac:graphicFrameMkLst>
            <pc:docMk/>
            <pc:sldMk cId="728013250" sldId="311"/>
            <ac:graphicFrameMk id="8" creationId="{88C84747-750F-8BBA-8A7B-9FB66197BFF7}"/>
          </ac:graphicFrameMkLst>
        </pc:graphicFrameChg>
      </pc:sldChg>
      <pc:sldChg chg="delSp modSp add del mod setBg">
        <pc:chgData name="Ashish Chopra" userId="73b777bb-d56d-4042-ab11-fa04ce11e99f" providerId="ADAL" clId="{375ACA70-C26F-4825-A925-AA60B44A12C0}" dt="2026-07-09T02:22:15.151" v="29970" actId="47"/>
        <pc:sldMkLst>
          <pc:docMk/>
          <pc:sldMk cId="1526096939" sldId="311"/>
        </pc:sldMkLst>
      </pc:sldChg>
      <pc:sldChg chg="addSp delSp modSp add mod">
        <pc:chgData name="Ashish Chopra" userId="73b777bb-d56d-4042-ab11-fa04ce11e99f" providerId="ADAL" clId="{375ACA70-C26F-4825-A925-AA60B44A12C0}" dt="2026-07-09T07:12:43.895" v="32188" actId="1076"/>
        <pc:sldMkLst>
          <pc:docMk/>
          <pc:sldMk cId="2384508116" sldId="312"/>
        </pc:sldMkLst>
        <pc:spChg chg="mod">
          <ac:chgData name="Ashish Chopra" userId="73b777bb-d56d-4042-ab11-fa04ce11e99f" providerId="ADAL" clId="{375ACA70-C26F-4825-A925-AA60B44A12C0}" dt="2026-07-09T03:54:16.902" v="30981" actId="1076"/>
          <ac:spMkLst>
            <pc:docMk/>
            <pc:sldMk cId="2384508116" sldId="312"/>
            <ac:spMk id="3" creationId="{7240D8D1-A80B-0CBA-573E-A060B033EDF1}"/>
          </ac:spMkLst>
        </pc:spChg>
        <pc:spChg chg="mod">
          <ac:chgData name="Ashish Chopra" userId="73b777bb-d56d-4042-ab11-fa04ce11e99f" providerId="ADAL" clId="{375ACA70-C26F-4825-A925-AA60B44A12C0}" dt="2026-07-09T03:53:42.704" v="30973" actId="14100"/>
          <ac:spMkLst>
            <pc:docMk/>
            <pc:sldMk cId="2384508116" sldId="312"/>
            <ac:spMk id="5" creationId="{F3C8A5D3-EF71-A914-C13C-C0BF80C5F363}"/>
          </ac:spMkLst>
        </pc:spChg>
        <pc:spChg chg="add del mod">
          <ac:chgData name="Ashish Chopra" userId="73b777bb-d56d-4042-ab11-fa04ce11e99f" providerId="ADAL" clId="{375ACA70-C26F-4825-A925-AA60B44A12C0}" dt="2026-07-09T03:55:35.230" v="31007" actId="478"/>
          <ac:spMkLst>
            <pc:docMk/>
            <pc:sldMk cId="2384508116" sldId="312"/>
            <ac:spMk id="6" creationId="{18D2FD0F-B886-2F2A-B723-E47516528896}"/>
          </ac:spMkLst>
        </pc:spChg>
        <pc:spChg chg="mod">
          <ac:chgData name="Ashish Chopra" userId="73b777bb-d56d-4042-ab11-fa04ce11e99f" providerId="ADAL" clId="{375ACA70-C26F-4825-A925-AA60B44A12C0}" dt="2026-07-09T07:12:26.476" v="32181" actId="115"/>
          <ac:spMkLst>
            <pc:docMk/>
            <pc:sldMk cId="2384508116" sldId="312"/>
            <ac:spMk id="7" creationId="{3B6E5898-DE84-C306-D3FA-712941D552EB}"/>
          </ac:spMkLst>
        </pc:spChg>
        <pc:spChg chg="add mod">
          <ac:chgData name="Ashish Chopra" userId="73b777bb-d56d-4042-ab11-fa04ce11e99f" providerId="ADAL" clId="{375ACA70-C26F-4825-A925-AA60B44A12C0}" dt="2026-07-09T07:12:37.437" v="32187" actId="115"/>
          <ac:spMkLst>
            <pc:docMk/>
            <pc:sldMk cId="2384508116" sldId="312"/>
            <ac:spMk id="9" creationId="{4A10CCAD-DB6F-3897-2AF5-4B7B81BFC71B}"/>
          </ac:spMkLst>
        </pc:spChg>
        <pc:spChg chg="add mod">
          <ac:chgData name="Ashish Chopra" userId="73b777bb-d56d-4042-ab11-fa04ce11e99f" providerId="ADAL" clId="{375ACA70-C26F-4825-A925-AA60B44A12C0}" dt="2026-07-09T07:12:43.895" v="32188" actId="1076"/>
          <ac:spMkLst>
            <pc:docMk/>
            <pc:sldMk cId="2384508116" sldId="312"/>
            <ac:spMk id="11" creationId="{8DBCD401-225F-FCF7-EB82-4D128BB22B31}"/>
          </ac:spMkLst>
        </pc:spChg>
        <pc:graphicFrameChg chg="add del mod modGraphic">
          <ac:chgData name="Ashish Chopra" userId="73b777bb-d56d-4042-ab11-fa04ce11e99f" providerId="ADAL" clId="{375ACA70-C26F-4825-A925-AA60B44A12C0}" dt="2026-07-09T03:54:28.945" v="30985" actId="478"/>
          <ac:graphicFrameMkLst>
            <pc:docMk/>
            <pc:sldMk cId="2384508116" sldId="312"/>
            <ac:graphicFrameMk id="2" creationId="{816BBDF5-D957-A56B-A541-8A5E85AF1ACE}"/>
          </ac:graphicFrameMkLst>
        </pc:graphicFrameChg>
      </pc:sldChg>
      <pc:sldChg chg="addSp delSp modSp add del mod setBg">
        <pc:chgData name="Ashish Chopra" userId="73b777bb-d56d-4042-ab11-fa04ce11e99f" providerId="ADAL" clId="{375ACA70-C26F-4825-A925-AA60B44A12C0}" dt="2026-07-09T02:22:15.151" v="29970" actId="47"/>
        <pc:sldMkLst>
          <pc:docMk/>
          <pc:sldMk cId="3955296635" sldId="312"/>
        </pc:sldMkLst>
      </pc:sldChg>
      <pc:sldChg chg="addSp delSp modSp add mod">
        <pc:chgData name="Ashish Chopra" userId="73b777bb-d56d-4042-ab11-fa04ce11e99f" providerId="ADAL" clId="{375ACA70-C26F-4825-A925-AA60B44A12C0}" dt="2026-07-09T07:12:56.263" v="32190"/>
        <pc:sldMkLst>
          <pc:docMk/>
          <pc:sldMk cId="280802322" sldId="313"/>
        </pc:sldMkLst>
        <pc:spChg chg="mod">
          <ac:chgData name="Ashish Chopra" userId="73b777bb-d56d-4042-ab11-fa04ce11e99f" providerId="ADAL" clId="{375ACA70-C26F-4825-A925-AA60B44A12C0}" dt="2026-07-09T04:31:58.440" v="31232" actId="1076"/>
          <ac:spMkLst>
            <pc:docMk/>
            <pc:sldMk cId="280802322" sldId="313"/>
            <ac:spMk id="3" creationId="{84875E54-1974-EEA8-5C11-9ADA50876E91}"/>
          </ac:spMkLst>
        </pc:spChg>
        <pc:spChg chg="add del mod">
          <ac:chgData name="Ashish Chopra" userId="73b777bb-d56d-4042-ab11-fa04ce11e99f" providerId="ADAL" clId="{375ACA70-C26F-4825-A925-AA60B44A12C0}" dt="2026-07-09T04:34:50.828" v="31289" actId="478"/>
          <ac:spMkLst>
            <pc:docMk/>
            <pc:sldMk cId="280802322" sldId="313"/>
            <ac:spMk id="4" creationId="{39BF37B6-90A6-3FAA-7625-5284630F0217}"/>
          </ac:spMkLst>
        </pc:spChg>
        <pc:spChg chg="mod">
          <ac:chgData name="Ashish Chopra" userId="73b777bb-d56d-4042-ab11-fa04ce11e99f" providerId="ADAL" clId="{375ACA70-C26F-4825-A925-AA60B44A12C0}" dt="2026-07-09T04:32:16.006" v="31252" actId="1035"/>
          <ac:spMkLst>
            <pc:docMk/>
            <pc:sldMk cId="280802322" sldId="313"/>
            <ac:spMk id="5" creationId="{45ECEDAA-1C8A-8930-81FD-CAD5F74FF98D}"/>
          </ac:spMkLst>
        </pc:spChg>
        <pc:spChg chg="del mod">
          <ac:chgData name="Ashish Chopra" userId="73b777bb-d56d-4042-ab11-fa04ce11e99f" providerId="ADAL" clId="{375ACA70-C26F-4825-A925-AA60B44A12C0}" dt="2026-07-09T04:34:36.714" v="31279" actId="478"/>
          <ac:spMkLst>
            <pc:docMk/>
            <pc:sldMk cId="280802322" sldId="313"/>
            <ac:spMk id="7" creationId="{FB012BF6-DF26-E794-1679-E160A0574F0F}"/>
          </ac:spMkLst>
        </pc:spChg>
        <pc:spChg chg="add mod">
          <ac:chgData name="Ashish Chopra" userId="73b777bb-d56d-4042-ab11-fa04ce11e99f" providerId="ADAL" clId="{375ACA70-C26F-4825-A925-AA60B44A12C0}" dt="2026-07-09T04:46:16.640" v="31595" actId="6549"/>
          <ac:spMkLst>
            <pc:docMk/>
            <pc:sldMk cId="280802322" sldId="313"/>
            <ac:spMk id="8" creationId="{74BA0FF9-0100-52F9-68C3-941F89EDCC8C}"/>
          </ac:spMkLst>
        </pc:spChg>
        <pc:spChg chg="del">
          <ac:chgData name="Ashish Chopra" userId="73b777bb-d56d-4042-ab11-fa04ce11e99f" providerId="ADAL" clId="{375ACA70-C26F-4825-A925-AA60B44A12C0}" dt="2026-07-09T04:31:48.113" v="31230" actId="478"/>
          <ac:spMkLst>
            <pc:docMk/>
            <pc:sldMk cId="280802322" sldId="313"/>
            <ac:spMk id="9" creationId="{368C286D-C3C6-92C0-351F-B359B3C8888C}"/>
          </ac:spMkLst>
        </pc:spChg>
        <pc:spChg chg="del">
          <ac:chgData name="Ashish Chopra" userId="73b777bb-d56d-4042-ab11-fa04ce11e99f" providerId="ADAL" clId="{375ACA70-C26F-4825-A925-AA60B44A12C0}" dt="2026-07-09T04:31:50.431" v="31231" actId="478"/>
          <ac:spMkLst>
            <pc:docMk/>
            <pc:sldMk cId="280802322" sldId="313"/>
            <ac:spMk id="11" creationId="{A431C19F-18E7-F1B0-3D35-11A76A1B5FAA}"/>
          </ac:spMkLst>
        </pc:spChg>
        <pc:spChg chg="add del mod">
          <ac:chgData name="Ashish Chopra" userId="73b777bb-d56d-4042-ab11-fa04ce11e99f" providerId="ADAL" clId="{375ACA70-C26F-4825-A925-AA60B44A12C0}" dt="2026-07-09T04:41:55.974" v="31433" actId="478"/>
          <ac:spMkLst>
            <pc:docMk/>
            <pc:sldMk cId="280802322" sldId="313"/>
            <ac:spMk id="13" creationId="{DFC2A612-664F-FB94-CD7D-DE5E7BD5CA15}"/>
          </ac:spMkLst>
        </pc:spChg>
        <pc:spChg chg="add mod">
          <ac:chgData name="Ashish Chopra" userId="73b777bb-d56d-4042-ab11-fa04ce11e99f" providerId="ADAL" clId="{375ACA70-C26F-4825-A925-AA60B44A12C0}" dt="2026-07-09T04:46:11.929" v="31594" actId="1035"/>
          <ac:spMkLst>
            <pc:docMk/>
            <pc:sldMk cId="280802322" sldId="313"/>
            <ac:spMk id="15" creationId="{7E4AAF69-B070-D40D-3AAD-732116A7C9FD}"/>
          </ac:spMkLst>
        </pc:spChg>
        <pc:spChg chg="add mod">
          <ac:chgData name="Ashish Chopra" userId="73b777bb-d56d-4042-ab11-fa04ce11e99f" providerId="ADAL" clId="{375ACA70-C26F-4825-A925-AA60B44A12C0}" dt="2026-07-09T04:46:11.929" v="31594" actId="1035"/>
          <ac:spMkLst>
            <pc:docMk/>
            <pc:sldMk cId="280802322" sldId="313"/>
            <ac:spMk id="17" creationId="{09FAD3D9-6638-757A-B76D-AE3CAA6E783A}"/>
          </ac:spMkLst>
        </pc:spChg>
        <pc:graphicFrameChg chg="add mod modGraphic">
          <ac:chgData name="Ashish Chopra" userId="73b777bb-d56d-4042-ab11-fa04ce11e99f" providerId="ADAL" clId="{375ACA70-C26F-4825-A925-AA60B44A12C0}" dt="2026-07-09T07:12:56.263" v="32190"/>
          <ac:graphicFrameMkLst>
            <pc:docMk/>
            <pc:sldMk cId="280802322" sldId="313"/>
            <ac:graphicFrameMk id="10" creationId="{5E4204B6-2633-7620-38EA-51658E6432A0}"/>
          </ac:graphicFrameMkLst>
        </pc:graphicFrameChg>
      </pc:sldChg>
      <pc:sldChg chg="addSp delSp modSp add del mod setBg">
        <pc:chgData name="Ashish Chopra" userId="73b777bb-d56d-4042-ab11-fa04ce11e99f" providerId="ADAL" clId="{375ACA70-C26F-4825-A925-AA60B44A12C0}" dt="2026-07-09T02:22:15.151" v="29970" actId="47"/>
        <pc:sldMkLst>
          <pc:docMk/>
          <pc:sldMk cId="3704887707" sldId="313"/>
        </pc:sldMkLst>
      </pc:sldChg>
      <pc:sldChg chg="addSp delSp modSp add mod">
        <pc:chgData name="Ashish Chopra" userId="73b777bb-d56d-4042-ab11-fa04ce11e99f" providerId="ADAL" clId="{375ACA70-C26F-4825-A925-AA60B44A12C0}" dt="2026-07-09T07:08:57.157" v="32150" actId="1037"/>
        <pc:sldMkLst>
          <pc:docMk/>
          <pc:sldMk cId="1405982087" sldId="314"/>
        </pc:sldMkLst>
        <pc:spChg chg="mod">
          <ac:chgData name="Ashish Chopra" userId="73b777bb-d56d-4042-ab11-fa04ce11e99f" providerId="ADAL" clId="{375ACA70-C26F-4825-A925-AA60B44A12C0}" dt="2026-07-09T06:37:40.812" v="31882" actId="20577"/>
          <ac:spMkLst>
            <pc:docMk/>
            <pc:sldMk cId="1405982087" sldId="314"/>
            <ac:spMk id="6" creationId="{4983A5C3-02F7-6456-E897-B3D53771E461}"/>
          </ac:spMkLst>
        </pc:spChg>
        <pc:spChg chg="mod">
          <ac:chgData name="Ashish Chopra" userId="73b777bb-d56d-4042-ab11-fa04ce11e99f" providerId="ADAL" clId="{375ACA70-C26F-4825-A925-AA60B44A12C0}" dt="2026-07-09T06:37:51.960" v="31887" actId="14100"/>
          <ac:spMkLst>
            <pc:docMk/>
            <pc:sldMk cId="1405982087" sldId="314"/>
            <ac:spMk id="9" creationId="{952B2625-2780-61CE-ED5D-25890CE4F5E6}"/>
          </ac:spMkLst>
        </pc:spChg>
        <pc:graphicFrameChg chg="add mod modGraphic">
          <ac:chgData name="Ashish Chopra" userId="73b777bb-d56d-4042-ab11-fa04ce11e99f" providerId="ADAL" clId="{375ACA70-C26F-4825-A925-AA60B44A12C0}" dt="2026-07-09T07:08:57.157" v="32150" actId="1037"/>
          <ac:graphicFrameMkLst>
            <pc:docMk/>
            <pc:sldMk cId="1405982087" sldId="314"/>
            <ac:graphicFrameMk id="2" creationId="{60D50C9F-A53F-CED7-085A-2689191E4582}"/>
          </ac:graphicFrameMkLst>
        </pc:graphicFrameChg>
        <pc:picChg chg="del">
          <ac:chgData name="Ashish Chopra" userId="73b777bb-d56d-4042-ab11-fa04ce11e99f" providerId="ADAL" clId="{375ACA70-C26F-4825-A925-AA60B44A12C0}" dt="2026-07-09T06:32:10.020" v="31790" actId="478"/>
          <ac:picMkLst>
            <pc:docMk/>
            <pc:sldMk cId="1405982087" sldId="314"/>
            <ac:picMk id="3" creationId="{0546D765-3BBB-5B5A-0A15-D757FF6CAA09}"/>
          </ac:picMkLst>
        </pc:picChg>
        <pc:picChg chg="del">
          <ac:chgData name="Ashish Chopra" userId="73b777bb-d56d-4042-ab11-fa04ce11e99f" providerId="ADAL" clId="{375ACA70-C26F-4825-A925-AA60B44A12C0}" dt="2026-07-09T06:32:08.668" v="31789" actId="478"/>
          <ac:picMkLst>
            <pc:docMk/>
            <pc:sldMk cId="1405982087" sldId="314"/>
            <ac:picMk id="10" creationId="{F73D5C8D-DD45-E8BA-89E0-C7126AB00669}"/>
          </ac:picMkLst>
        </pc:picChg>
      </pc:sldChg>
      <pc:sldChg chg="modSp add del mod setBg">
        <pc:chgData name="Ashish Chopra" userId="73b777bb-d56d-4042-ab11-fa04ce11e99f" providerId="ADAL" clId="{375ACA70-C26F-4825-A925-AA60B44A12C0}" dt="2026-07-09T02:22:15.151" v="29970" actId="47"/>
        <pc:sldMkLst>
          <pc:docMk/>
          <pc:sldMk cId="3409326560" sldId="314"/>
        </pc:sldMkLst>
      </pc:sldChg>
      <pc:sldChg chg="delSp modSp add del mod setBg">
        <pc:chgData name="Ashish Chopra" userId="73b777bb-d56d-4042-ab11-fa04ce11e99f" providerId="ADAL" clId="{375ACA70-C26F-4825-A925-AA60B44A12C0}" dt="2026-07-09T02:22:15.151" v="29970" actId="47"/>
        <pc:sldMkLst>
          <pc:docMk/>
          <pc:sldMk cId="677029876" sldId="315"/>
        </pc:sldMkLst>
      </pc:sldChg>
      <pc:sldChg chg="modSp add mod">
        <pc:chgData name="Ashish Chopra" userId="73b777bb-d56d-4042-ab11-fa04ce11e99f" providerId="ADAL" clId="{375ACA70-C26F-4825-A925-AA60B44A12C0}" dt="2026-07-09T07:09:44.083" v="32159" actId="20577"/>
        <pc:sldMkLst>
          <pc:docMk/>
          <pc:sldMk cId="3294651230" sldId="315"/>
        </pc:sldMkLst>
        <pc:graphicFrameChg chg="mod modGraphic">
          <ac:chgData name="Ashish Chopra" userId="73b777bb-d56d-4042-ab11-fa04ce11e99f" providerId="ADAL" clId="{375ACA70-C26F-4825-A925-AA60B44A12C0}" dt="2026-07-09T07:09:44.083" v="32159" actId="20577"/>
          <ac:graphicFrameMkLst>
            <pc:docMk/>
            <pc:sldMk cId="3294651230" sldId="315"/>
            <ac:graphicFrameMk id="2" creationId="{3F4D0823-69DF-1012-3FB6-7F389C349A6D}"/>
          </ac:graphicFrameMkLst>
        </pc:graphicFrameChg>
      </pc:sldChg>
      <pc:sldChg chg="modSp add mod">
        <pc:chgData name="Ashish Chopra" userId="73b777bb-d56d-4042-ab11-fa04ce11e99f" providerId="ADAL" clId="{375ACA70-C26F-4825-A925-AA60B44A12C0}" dt="2026-07-09T07:13:41.341" v="32210" actId="14100"/>
        <pc:sldMkLst>
          <pc:docMk/>
          <pc:sldMk cId="2550590557" sldId="316"/>
        </pc:sldMkLst>
        <pc:spChg chg="mod">
          <ac:chgData name="Ashish Chopra" userId="73b777bb-d56d-4042-ab11-fa04ce11e99f" providerId="ADAL" clId="{375ACA70-C26F-4825-A925-AA60B44A12C0}" dt="2026-07-09T07:13:28.459" v="32208" actId="20577"/>
          <ac:spMkLst>
            <pc:docMk/>
            <pc:sldMk cId="2550590557" sldId="316"/>
            <ac:spMk id="3" creationId="{AAF69FF6-0ADE-5D01-874E-20B4BC89BD73}"/>
          </ac:spMkLst>
        </pc:spChg>
        <pc:spChg chg="mod">
          <ac:chgData name="Ashish Chopra" userId="73b777bb-d56d-4042-ab11-fa04ce11e99f" providerId="ADAL" clId="{375ACA70-C26F-4825-A925-AA60B44A12C0}" dt="2026-07-09T07:13:41.341" v="32210" actId="14100"/>
          <ac:spMkLst>
            <pc:docMk/>
            <pc:sldMk cId="2550590557" sldId="316"/>
            <ac:spMk id="5" creationId="{DA7E60CA-5764-61B2-52A3-FF95802B39A4}"/>
          </ac:spMkLst>
        </pc:spChg>
      </pc:sldChg>
      <pc:sldChg chg="addSp delSp modSp add del mod">
        <pc:chgData name="Ashish Chopra" userId="73b777bb-d56d-4042-ab11-fa04ce11e99f" providerId="ADAL" clId="{375ACA70-C26F-4825-A925-AA60B44A12C0}" dt="2026-07-09T02:22:15.151" v="29970" actId="47"/>
        <pc:sldMkLst>
          <pc:docMk/>
          <pc:sldMk cId="3924675347" sldId="316"/>
        </pc:sldMkLst>
      </pc:sldChg>
      <pc:sldChg chg="addSp delSp modSp add del mod">
        <pc:chgData name="Ashish Chopra" userId="73b777bb-d56d-4042-ab11-fa04ce11e99f" providerId="ADAL" clId="{375ACA70-C26F-4825-A925-AA60B44A12C0}" dt="2026-07-09T02:22:15.151" v="29970" actId="47"/>
        <pc:sldMkLst>
          <pc:docMk/>
          <pc:sldMk cId="1041956338" sldId="317"/>
        </pc:sldMkLst>
        <pc:spChg chg="mod">
          <ac:chgData name="Ashish Chopra" userId="73b777bb-d56d-4042-ab11-fa04ce11e99f" providerId="ADAL" clId="{375ACA70-C26F-4825-A925-AA60B44A12C0}" dt="2026-07-08T04:04:09.348" v="29969" actId="1036"/>
          <ac:spMkLst>
            <pc:docMk/>
            <pc:sldMk cId="1041956338" sldId="317"/>
            <ac:spMk id="11" creationId="{7E4A60C8-2692-5B8C-BB41-27F878336091}"/>
          </ac:spMkLst>
        </pc:spChg>
        <pc:spChg chg="del">
          <ac:chgData name="Ashish Chopra" userId="73b777bb-d56d-4042-ab11-fa04ce11e99f" providerId="ADAL" clId="{375ACA70-C26F-4825-A925-AA60B44A12C0}" dt="2026-07-08T03:59:27.443" v="29841" actId="478"/>
          <ac:spMkLst>
            <pc:docMk/>
            <pc:sldMk cId="1041956338" sldId="317"/>
            <ac:spMk id="13" creationId="{C143D272-0F28-381B-DADB-7D18D6188AB5}"/>
          </ac:spMkLst>
        </pc:spChg>
        <pc:spChg chg="add mod">
          <ac:chgData name="Ashish Chopra" userId="73b777bb-d56d-4042-ab11-fa04ce11e99f" providerId="ADAL" clId="{375ACA70-C26F-4825-A925-AA60B44A12C0}" dt="2026-07-08T04:03:22.008" v="29930" actId="1076"/>
          <ac:spMkLst>
            <pc:docMk/>
            <pc:sldMk cId="1041956338" sldId="317"/>
            <ac:spMk id="14" creationId="{DF1D184F-6682-768E-7DD0-22D1807FE531}"/>
          </ac:spMkLst>
        </pc:spChg>
        <pc:spChg chg="add mod">
          <ac:chgData name="Ashish Chopra" userId="73b777bb-d56d-4042-ab11-fa04ce11e99f" providerId="ADAL" clId="{375ACA70-C26F-4825-A925-AA60B44A12C0}" dt="2026-07-08T04:03:37.659" v="29940" actId="1076"/>
          <ac:spMkLst>
            <pc:docMk/>
            <pc:sldMk cId="1041956338" sldId="317"/>
            <ac:spMk id="16" creationId="{180B93F1-0E48-192E-B5C4-450A2FBFE26F}"/>
          </ac:spMkLst>
        </pc:spChg>
        <pc:graphicFrameChg chg="del">
          <ac:chgData name="Ashish Chopra" userId="73b777bb-d56d-4042-ab11-fa04ce11e99f" providerId="ADAL" clId="{375ACA70-C26F-4825-A925-AA60B44A12C0}" dt="2026-07-08T03:59:25.271" v="29840" actId="478"/>
          <ac:graphicFrameMkLst>
            <pc:docMk/>
            <pc:sldMk cId="1041956338" sldId="317"/>
            <ac:graphicFrameMk id="7" creationId="{A9E5895B-C85F-FF00-BE11-91D90D8A3C1F}"/>
          </ac:graphicFrameMkLst>
        </pc:graphicFrameChg>
        <pc:picChg chg="add mod">
          <ac:chgData name="Ashish Chopra" userId="73b777bb-d56d-4042-ab11-fa04ce11e99f" providerId="ADAL" clId="{375ACA70-C26F-4825-A925-AA60B44A12C0}" dt="2026-07-08T04:03:03.868" v="29903" actId="1076"/>
          <ac:picMkLst>
            <pc:docMk/>
            <pc:sldMk cId="1041956338" sldId="317"/>
            <ac:picMk id="3" creationId="{651576A6-7E7C-3F45-9323-318021C1863C}"/>
          </ac:picMkLst>
        </pc:picChg>
        <pc:picChg chg="add mod">
          <ac:chgData name="Ashish Chopra" userId="73b777bb-d56d-4042-ab11-fa04ce11e99f" providerId="ADAL" clId="{375ACA70-C26F-4825-A925-AA60B44A12C0}" dt="2026-07-08T04:03:45.105" v="29950" actId="1036"/>
          <ac:picMkLst>
            <pc:docMk/>
            <pc:sldMk cId="1041956338" sldId="317"/>
            <ac:picMk id="5" creationId="{42782DEA-8BAF-7590-EB74-484CF4F9F0F0}"/>
          </ac:picMkLst>
        </pc:picChg>
        <pc:picChg chg="add mod">
          <ac:chgData name="Ashish Chopra" userId="73b777bb-d56d-4042-ab11-fa04ce11e99f" providerId="ADAL" clId="{375ACA70-C26F-4825-A925-AA60B44A12C0}" dt="2026-07-08T04:03:53.303" v="29953" actId="14100"/>
          <ac:picMkLst>
            <pc:docMk/>
            <pc:sldMk cId="1041956338" sldId="317"/>
            <ac:picMk id="8" creationId="{3E955EED-A74F-577C-4610-D365BA34293E}"/>
          </ac:picMkLst>
        </pc:picChg>
        <pc:picChg chg="add mod">
          <ac:chgData name="Ashish Chopra" userId="73b777bb-d56d-4042-ab11-fa04ce11e99f" providerId="ADAL" clId="{375ACA70-C26F-4825-A925-AA60B44A12C0}" dt="2026-07-08T04:04:00.515" v="29955" actId="14100"/>
          <ac:picMkLst>
            <pc:docMk/>
            <pc:sldMk cId="1041956338" sldId="317"/>
            <ac:picMk id="10" creationId="{6D61FBC1-B049-6089-429B-5EB050EA64BE}"/>
          </ac:picMkLst>
        </pc:picChg>
      </pc:sldChg>
      <pc:sldChg chg="addSp delSp modSp add mod">
        <pc:chgData name="Ashish Chopra" userId="73b777bb-d56d-4042-ab11-fa04ce11e99f" providerId="ADAL" clId="{375ACA70-C26F-4825-A925-AA60B44A12C0}" dt="2026-07-09T08:00:39.164" v="33614" actId="1037"/>
        <pc:sldMkLst>
          <pc:docMk/>
          <pc:sldMk cId="3311320259" sldId="317"/>
        </pc:sldMkLst>
        <pc:spChg chg="add mod">
          <ac:chgData name="Ashish Chopra" userId="73b777bb-d56d-4042-ab11-fa04ce11e99f" providerId="ADAL" clId="{375ACA70-C26F-4825-A925-AA60B44A12C0}" dt="2026-07-09T07:59:59.434" v="33595" actId="14100"/>
          <ac:spMkLst>
            <pc:docMk/>
            <pc:sldMk cId="3311320259" sldId="317"/>
            <ac:spMk id="2" creationId="{FA53224E-DCBD-3B0A-D17F-4F690688D9B5}"/>
          </ac:spMkLst>
        </pc:spChg>
        <pc:spChg chg="mod">
          <ac:chgData name="Ashish Chopra" userId="73b777bb-d56d-4042-ab11-fa04ce11e99f" providerId="ADAL" clId="{375ACA70-C26F-4825-A925-AA60B44A12C0}" dt="2026-07-09T07:32:15.019" v="33225" actId="1076"/>
          <ac:spMkLst>
            <pc:docMk/>
            <pc:sldMk cId="3311320259" sldId="317"/>
            <ac:spMk id="3" creationId="{462F4706-0C73-C380-D0DB-76B4F19606B6}"/>
          </ac:spMkLst>
        </pc:spChg>
        <pc:spChg chg="mod">
          <ac:chgData name="Ashish Chopra" userId="73b777bb-d56d-4042-ab11-fa04ce11e99f" providerId="ADAL" clId="{375ACA70-C26F-4825-A925-AA60B44A12C0}" dt="2026-07-09T07:14:09.606" v="32318" actId="1038"/>
          <ac:spMkLst>
            <pc:docMk/>
            <pc:sldMk cId="3311320259" sldId="317"/>
            <ac:spMk id="5" creationId="{74602065-EFB9-4A3D-6F8A-ED42FD109199}"/>
          </ac:spMkLst>
        </pc:spChg>
        <pc:spChg chg="add mod">
          <ac:chgData name="Ashish Chopra" userId="73b777bb-d56d-4042-ab11-fa04ce11e99f" providerId="ADAL" clId="{375ACA70-C26F-4825-A925-AA60B44A12C0}" dt="2026-07-09T07:22:43.613" v="32691" actId="207"/>
          <ac:spMkLst>
            <pc:docMk/>
            <pc:sldMk cId="3311320259" sldId="317"/>
            <ac:spMk id="6" creationId="{EF7A3950-FDFA-38B3-DE01-BCDDA824B765}"/>
          </ac:spMkLst>
        </pc:spChg>
        <pc:spChg chg="add mod">
          <ac:chgData name="Ashish Chopra" userId="73b777bb-d56d-4042-ab11-fa04ce11e99f" providerId="ADAL" clId="{375ACA70-C26F-4825-A925-AA60B44A12C0}" dt="2026-07-09T07:28:43.894" v="33086" actId="1038"/>
          <ac:spMkLst>
            <pc:docMk/>
            <pc:sldMk cId="3311320259" sldId="317"/>
            <ac:spMk id="8" creationId="{2C91E6F9-3592-6C79-C583-FF086FA087EE}"/>
          </ac:spMkLst>
        </pc:spChg>
        <pc:spChg chg="add mod">
          <ac:chgData name="Ashish Chopra" userId="73b777bb-d56d-4042-ab11-fa04ce11e99f" providerId="ADAL" clId="{375ACA70-C26F-4825-A925-AA60B44A12C0}" dt="2026-07-09T07:55:13.679" v="33290" actId="1076"/>
          <ac:spMkLst>
            <pc:docMk/>
            <pc:sldMk cId="3311320259" sldId="317"/>
            <ac:spMk id="10" creationId="{2013D71D-F886-4A30-3D37-10568ABF933A}"/>
          </ac:spMkLst>
        </pc:spChg>
        <pc:spChg chg="add mod ord">
          <ac:chgData name="Ashish Chopra" userId="73b777bb-d56d-4042-ab11-fa04ce11e99f" providerId="ADAL" clId="{375ACA70-C26F-4825-A925-AA60B44A12C0}" dt="2026-07-09T07:28:23.016" v="33064" actId="20577"/>
          <ac:spMkLst>
            <pc:docMk/>
            <pc:sldMk cId="3311320259" sldId="317"/>
            <ac:spMk id="12" creationId="{1C433CA9-6A68-A851-1FC7-29EF8BDA6E19}"/>
          </ac:spMkLst>
        </pc:spChg>
        <pc:spChg chg="add mod">
          <ac:chgData name="Ashish Chopra" userId="73b777bb-d56d-4042-ab11-fa04ce11e99f" providerId="ADAL" clId="{375ACA70-C26F-4825-A925-AA60B44A12C0}" dt="2026-07-09T07:28:43.894" v="33086" actId="1038"/>
          <ac:spMkLst>
            <pc:docMk/>
            <pc:sldMk cId="3311320259" sldId="317"/>
            <ac:spMk id="13" creationId="{385130F6-1B23-F40A-FFCC-DEEB5B9ECE61}"/>
          </ac:spMkLst>
        </pc:spChg>
        <pc:spChg chg="add mod">
          <ac:chgData name="Ashish Chopra" userId="73b777bb-d56d-4042-ab11-fa04ce11e99f" providerId="ADAL" clId="{375ACA70-C26F-4825-A925-AA60B44A12C0}" dt="2026-07-09T07:27:15.661" v="32944" actId="1036"/>
          <ac:spMkLst>
            <pc:docMk/>
            <pc:sldMk cId="3311320259" sldId="317"/>
            <ac:spMk id="15" creationId="{9F0A1982-4035-E9E1-15BB-A0E6033AAFCB}"/>
          </ac:spMkLst>
        </pc:spChg>
        <pc:spChg chg="add mod">
          <ac:chgData name="Ashish Chopra" userId="73b777bb-d56d-4042-ab11-fa04ce11e99f" providerId="ADAL" clId="{375ACA70-C26F-4825-A925-AA60B44A12C0}" dt="2026-07-09T08:00:39.164" v="33614" actId="1037"/>
          <ac:spMkLst>
            <pc:docMk/>
            <pc:sldMk cId="3311320259" sldId="317"/>
            <ac:spMk id="17" creationId="{4D496DC9-1B7D-7D53-8365-6536023247A8}"/>
          </ac:spMkLst>
        </pc:spChg>
        <pc:spChg chg="add mod">
          <ac:chgData name="Ashish Chopra" userId="73b777bb-d56d-4042-ab11-fa04ce11e99f" providerId="ADAL" clId="{375ACA70-C26F-4825-A925-AA60B44A12C0}" dt="2026-07-09T07:28:43.894" v="33086" actId="1038"/>
          <ac:spMkLst>
            <pc:docMk/>
            <pc:sldMk cId="3311320259" sldId="317"/>
            <ac:spMk id="18" creationId="{7CCDD653-729F-DC86-83F6-E252DA06C5CB}"/>
          </ac:spMkLst>
        </pc:spChg>
        <pc:spChg chg="add mod">
          <ac:chgData name="Ashish Chopra" userId="73b777bb-d56d-4042-ab11-fa04ce11e99f" providerId="ADAL" clId="{375ACA70-C26F-4825-A925-AA60B44A12C0}" dt="2026-07-09T07:28:43.894" v="33086" actId="1038"/>
          <ac:spMkLst>
            <pc:docMk/>
            <pc:sldMk cId="3311320259" sldId="317"/>
            <ac:spMk id="19" creationId="{B9DD2AA9-E76B-F05B-AA19-1CA6F98E0061}"/>
          </ac:spMkLst>
        </pc:spChg>
        <pc:spChg chg="add del mod">
          <ac:chgData name="Ashish Chopra" userId="73b777bb-d56d-4042-ab11-fa04ce11e99f" providerId="ADAL" clId="{375ACA70-C26F-4825-A925-AA60B44A12C0}" dt="2026-07-09T07:24:19.891" v="32731" actId="478"/>
          <ac:spMkLst>
            <pc:docMk/>
            <pc:sldMk cId="3311320259" sldId="317"/>
            <ac:spMk id="20" creationId="{02C3A7A0-B249-3AC3-2BC2-3CF3E6BAB60D}"/>
          </ac:spMkLst>
        </pc:spChg>
        <pc:spChg chg="add mod">
          <ac:chgData name="Ashish Chopra" userId="73b777bb-d56d-4042-ab11-fa04ce11e99f" providerId="ADAL" clId="{375ACA70-C26F-4825-A925-AA60B44A12C0}" dt="2026-07-09T07:59:07.623" v="33591" actId="1037"/>
          <ac:spMkLst>
            <pc:docMk/>
            <pc:sldMk cId="3311320259" sldId="317"/>
            <ac:spMk id="20" creationId="{A5033783-0664-59E8-7677-FC3FEDD99A87}"/>
          </ac:spMkLst>
        </pc:spChg>
        <pc:spChg chg="add mod">
          <ac:chgData name="Ashish Chopra" userId="73b777bb-d56d-4042-ab11-fa04ce11e99f" providerId="ADAL" clId="{375ACA70-C26F-4825-A925-AA60B44A12C0}" dt="2026-07-09T07:22:52.028" v="32692" actId="207"/>
          <ac:spMkLst>
            <pc:docMk/>
            <pc:sldMk cId="3311320259" sldId="317"/>
            <ac:spMk id="22" creationId="{4038162F-040A-80AD-9D30-45D3A0477D26}"/>
          </ac:spMkLst>
        </pc:spChg>
        <pc:spChg chg="add del mod">
          <ac:chgData name="Ashish Chopra" userId="73b777bb-d56d-4042-ab11-fa04ce11e99f" providerId="ADAL" clId="{375ACA70-C26F-4825-A925-AA60B44A12C0}" dt="2026-07-09T07:20:23.783" v="32618" actId="478"/>
          <ac:spMkLst>
            <pc:docMk/>
            <pc:sldMk cId="3311320259" sldId="317"/>
            <ac:spMk id="23" creationId="{2DB620EB-20DC-1A38-BF9F-DED5B617F22D}"/>
          </ac:spMkLst>
        </pc:spChg>
        <pc:spChg chg="add mod">
          <ac:chgData name="Ashish Chopra" userId="73b777bb-d56d-4042-ab11-fa04ce11e99f" providerId="ADAL" clId="{375ACA70-C26F-4825-A925-AA60B44A12C0}" dt="2026-07-09T07:58:49.818" v="33560" actId="1037"/>
          <ac:spMkLst>
            <pc:docMk/>
            <pc:sldMk cId="3311320259" sldId="317"/>
            <ac:spMk id="23" creationId="{98BBAD2F-9236-7F50-F3E3-32DEFA53B1AA}"/>
          </ac:spMkLst>
        </pc:spChg>
        <pc:spChg chg="add del mod">
          <ac:chgData name="Ashish Chopra" userId="73b777bb-d56d-4042-ab11-fa04ce11e99f" providerId="ADAL" clId="{375ACA70-C26F-4825-A925-AA60B44A12C0}" dt="2026-07-09T07:20:23.783" v="32618" actId="478"/>
          <ac:spMkLst>
            <pc:docMk/>
            <pc:sldMk cId="3311320259" sldId="317"/>
            <ac:spMk id="25" creationId="{C580BAB6-2929-1937-5078-D123F95A46EA}"/>
          </ac:spMkLst>
        </pc:spChg>
        <pc:spChg chg="add mod">
          <ac:chgData name="Ashish Chopra" userId="73b777bb-d56d-4042-ab11-fa04ce11e99f" providerId="ADAL" clId="{375ACA70-C26F-4825-A925-AA60B44A12C0}" dt="2026-07-09T07:58:52.981" v="33568" actId="1037"/>
          <ac:spMkLst>
            <pc:docMk/>
            <pc:sldMk cId="3311320259" sldId="317"/>
            <ac:spMk id="27" creationId="{55371350-B13E-0590-BA1F-6F9AA726A2CD}"/>
          </ac:spMkLst>
        </pc:spChg>
        <pc:spChg chg="add del mod">
          <ac:chgData name="Ashish Chopra" userId="73b777bb-d56d-4042-ab11-fa04ce11e99f" providerId="ADAL" clId="{375ACA70-C26F-4825-A925-AA60B44A12C0}" dt="2026-07-09T07:20:23.783" v="32618" actId="478"/>
          <ac:spMkLst>
            <pc:docMk/>
            <pc:sldMk cId="3311320259" sldId="317"/>
            <ac:spMk id="27" creationId="{AD210FDD-E799-D6BE-DC14-56EBF29578B4}"/>
          </ac:spMkLst>
        </pc:spChg>
        <pc:spChg chg="add mod">
          <ac:chgData name="Ashish Chopra" userId="73b777bb-d56d-4042-ab11-fa04ce11e99f" providerId="ADAL" clId="{375ACA70-C26F-4825-A925-AA60B44A12C0}" dt="2026-07-09T07:22:52.028" v="32692" actId="207"/>
          <ac:spMkLst>
            <pc:docMk/>
            <pc:sldMk cId="3311320259" sldId="317"/>
            <ac:spMk id="29" creationId="{4C6713E0-DBDE-8794-4FDC-EA25F3703EC6}"/>
          </ac:spMkLst>
        </pc:spChg>
        <pc:spChg chg="add mod">
          <ac:chgData name="Ashish Chopra" userId="73b777bb-d56d-4042-ab11-fa04ce11e99f" providerId="ADAL" clId="{375ACA70-C26F-4825-A925-AA60B44A12C0}" dt="2026-07-09T07:32:19.762" v="33235" actId="1038"/>
          <ac:spMkLst>
            <pc:docMk/>
            <pc:sldMk cId="3311320259" sldId="317"/>
            <ac:spMk id="30" creationId="{9C289466-170C-7177-1024-BE1B1D6CDA6A}"/>
          </ac:spMkLst>
        </pc:spChg>
        <pc:spChg chg="add del mod">
          <ac:chgData name="Ashish Chopra" userId="73b777bb-d56d-4042-ab11-fa04ce11e99f" providerId="ADAL" clId="{375ACA70-C26F-4825-A925-AA60B44A12C0}" dt="2026-07-09T07:22:00.315" v="32635" actId="478"/>
          <ac:spMkLst>
            <pc:docMk/>
            <pc:sldMk cId="3311320259" sldId="317"/>
            <ac:spMk id="32" creationId="{E3628895-7D5F-0CCA-7CEC-3C6A94327729}"/>
          </ac:spMkLst>
        </pc:spChg>
        <pc:spChg chg="add mod">
          <ac:chgData name="Ashish Chopra" userId="73b777bb-d56d-4042-ab11-fa04ce11e99f" providerId="ADAL" clId="{375ACA70-C26F-4825-A925-AA60B44A12C0}" dt="2026-07-09T07:32:19.762" v="33235" actId="1038"/>
          <ac:spMkLst>
            <pc:docMk/>
            <pc:sldMk cId="3311320259" sldId="317"/>
            <ac:spMk id="33" creationId="{AD96D929-78AF-224F-7582-70A126C37654}"/>
          </ac:spMkLst>
        </pc:spChg>
        <pc:spChg chg="add mod">
          <ac:chgData name="Ashish Chopra" userId="73b777bb-d56d-4042-ab11-fa04ce11e99f" providerId="ADAL" clId="{375ACA70-C26F-4825-A925-AA60B44A12C0}" dt="2026-07-09T07:32:19.762" v="33235" actId="1038"/>
          <ac:spMkLst>
            <pc:docMk/>
            <pc:sldMk cId="3311320259" sldId="317"/>
            <ac:spMk id="39" creationId="{16E90DFF-7B3B-E713-1954-2850FD556672}"/>
          </ac:spMkLst>
        </pc:spChg>
        <pc:spChg chg="add mod">
          <ac:chgData name="Ashish Chopra" userId="73b777bb-d56d-4042-ab11-fa04ce11e99f" providerId="ADAL" clId="{375ACA70-C26F-4825-A925-AA60B44A12C0}" dt="2026-07-09T07:32:19.762" v="33235" actId="1038"/>
          <ac:spMkLst>
            <pc:docMk/>
            <pc:sldMk cId="3311320259" sldId="317"/>
            <ac:spMk id="41" creationId="{2A87F7BF-EC92-371B-EC39-3DC5C2BE1E9A}"/>
          </ac:spMkLst>
        </pc:spChg>
        <pc:spChg chg="add mod">
          <ac:chgData name="Ashish Chopra" userId="73b777bb-d56d-4042-ab11-fa04ce11e99f" providerId="ADAL" clId="{375ACA70-C26F-4825-A925-AA60B44A12C0}" dt="2026-07-09T08:00:39.164" v="33614" actId="1037"/>
          <ac:spMkLst>
            <pc:docMk/>
            <pc:sldMk cId="3311320259" sldId="317"/>
            <ac:spMk id="45" creationId="{ACE00517-90D0-A415-E9CB-BC929F248A30}"/>
          </ac:spMkLst>
        </pc:spChg>
        <pc:spChg chg="add mod ord">
          <ac:chgData name="Ashish Chopra" userId="73b777bb-d56d-4042-ab11-fa04ce11e99f" providerId="ADAL" clId="{375ACA70-C26F-4825-A925-AA60B44A12C0}" dt="2026-07-09T07:56:49.269" v="33373" actId="1076"/>
          <ac:spMkLst>
            <pc:docMk/>
            <pc:sldMk cId="3311320259" sldId="317"/>
            <ac:spMk id="47" creationId="{97B88357-E75B-8204-0487-2D97C690CC74}"/>
          </ac:spMkLst>
        </pc:spChg>
        <pc:spChg chg="add mod">
          <ac:chgData name="Ashish Chopra" userId="73b777bb-d56d-4042-ab11-fa04ce11e99f" providerId="ADAL" clId="{375ACA70-C26F-4825-A925-AA60B44A12C0}" dt="2026-07-09T08:00:20.930" v="33612" actId="20577"/>
          <ac:spMkLst>
            <pc:docMk/>
            <pc:sldMk cId="3311320259" sldId="317"/>
            <ac:spMk id="49" creationId="{1320EBC5-1DA9-1CC0-EFC2-20D79353CE21}"/>
          </ac:spMkLst>
        </pc:spChg>
        <pc:spChg chg="add mod">
          <ac:chgData name="Ashish Chopra" userId="73b777bb-d56d-4042-ab11-fa04ce11e99f" providerId="ADAL" clId="{375ACA70-C26F-4825-A925-AA60B44A12C0}" dt="2026-07-09T07:32:19.762" v="33235" actId="1038"/>
          <ac:spMkLst>
            <pc:docMk/>
            <pc:sldMk cId="3311320259" sldId="317"/>
            <ac:spMk id="51" creationId="{7AA8F2F6-C2B8-14A1-93D7-744CAC5CD779}"/>
          </ac:spMkLst>
        </pc:spChg>
        <pc:spChg chg="add mod">
          <ac:chgData name="Ashish Chopra" userId="73b777bb-d56d-4042-ab11-fa04ce11e99f" providerId="ADAL" clId="{375ACA70-C26F-4825-A925-AA60B44A12C0}" dt="2026-07-09T07:32:19.762" v="33235" actId="1038"/>
          <ac:spMkLst>
            <pc:docMk/>
            <pc:sldMk cId="3311320259" sldId="317"/>
            <ac:spMk id="53" creationId="{9792B2CF-712B-288F-82C6-EF1DB896227A}"/>
          </ac:spMkLst>
        </pc:spChg>
        <pc:picChg chg="add mod">
          <ac:chgData name="Ashish Chopra" userId="73b777bb-d56d-4042-ab11-fa04ce11e99f" providerId="ADAL" clId="{375ACA70-C26F-4825-A925-AA60B44A12C0}" dt="2026-07-09T08:00:05.154" v="33597" actId="14100"/>
          <ac:picMkLst>
            <pc:docMk/>
            <pc:sldMk cId="3311320259" sldId="317"/>
            <ac:picMk id="7" creationId="{A6CCB27F-32A9-E0E4-AABE-3D986FDD2A1C}"/>
          </ac:picMkLst>
        </pc:picChg>
        <pc:picChg chg="add mod">
          <ac:chgData name="Ashish Chopra" userId="73b777bb-d56d-4042-ab11-fa04ce11e99f" providerId="ADAL" clId="{375ACA70-C26F-4825-A925-AA60B44A12C0}" dt="2026-07-09T07:59:07.623" v="33591" actId="1037"/>
          <ac:picMkLst>
            <pc:docMk/>
            <pc:sldMk cId="3311320259" sldId="317"/>
            <ac:picMk id="9" creationId="{FBD5B38E-D7F3-FA51-00AE-0EFD831503E5}"/>
          </ac:picMkLst>
        </pc:picChg>
        <pc:picChg chg="add mod">
          <ac:chgData name="Ashish Chopra" userId="73b777bb-d56d-4042-ab11-fa04ce11e99f" providerId="ADAL" clId="{375ACA70-C26F-4825-A925-AA60B44A12C0}" dt="2026-07-09T07:58:49.818" v="33560" actId="1037"/>
          <ac:picMkLst>
            <pc:docMk/>
            <pc:sldMk cId="3311320259" sldId="317"/>
            <ac:picMk id="14" creationId="{6557266B-330C-5E61-F954-2C763C539AAB}"/>
          </ac:picMkLst>
        </pc:picChg>
        <pc:picChg chg="add mod">
          <ac:chgData name="Ashish Chopra" userId="73b777bb-d56d-4042-ab11-fa04ce11e99f" providerId="ADAL" clId="{375ACA70-C26F-4825-A925-AA60B44A12C0}" dt="2026-07-09T07:58:56.939" v="33578" actId="1037"/>
          <ac:picMkLst>
            <pc:docMk/>
            <pc:sldMk cId="3311320259" sldId="317"/>
            <ac:picMk id="25" creationId="{E674539D-3710-6073-1F2B-DC9C2385A833}"/>
          </ac:picMkLst>
        </pc:picChg>
        <pc:picChg chg="add mod">
          <ac:chgData name="Ashish Chopra" userId="73b777bb-d56d-4042-ab11-fa04ce11e99f" providerId="ADAL" clId="{375ACA70-C26F-4825-A925-AA60B44A12C0}" dt="2026-07-09T07:24:31.319" v="32735" actId="14100"/>
          <ac:picMkLst>
            <pc:docMk/>
            <pc:sldMk cId="3311320259" sldId="317"/>
            <ac:picMk id="35" creationId="{81A2AFE5-263D-B607-34CA-97569EE47F46}"/>
          </ac:picMkLst>
        </pc:picChg>
        <pc:picChg chg="add mod">
          <ac:chgData name="Ashish Chopra" userId="73b777bb-d56d-4042-ab11-fa04ce11e99f" providerId="ADAL" clId="{375ACA70-C26F-4825-A925-AA60B44A12C0}" dt="2026-07-09T07:59:40.467" v="33594" actId="1035"/>
          <ac:picMkLst>
            <pc:docMk/>
            <pc:sldMk cId="3311320259" sldId="317"/>
            <ac:picMk id="37" creationId="{2D9AC5A0-28DC-6555-3744-6288EEBFF430}"/>
          </ac:picMkLst>
        </pc:picChg>
        <pc:picChg chg="add mod">
          <ac:chgData name="Ashish Chopra" userId="73b777bb-d56d-4042-ab11-fa04ce11e99f" providerId="ADAL" clId="{375ACA70-C26F-4825-A925-AA60B44A12C0}" dt="2026-07-09T07:59:40.467" v="33594" actId="1035"/>
          <ac:picMkLst>
            <pc:docMk/>
            <pc:sldMk cId="3311320259" sldId="317"/>
            <ac:picMk id="43" creationId="{20C84D19-8B28-164A-2233-84F33AC03549}"/>
          </ac:picMkLst>
        </pc:picChg>
      </pc:sldChg>
      <pc:sldChg chg="addSp delSp modSp add del mod">
        <pc:chgData name="Ashish Chopra" userId="73b777bb-d56d-4042-ab11-fa04ce11e99f" providerId="ADAL" clId="{375ACA70-C26F-4825-A925-AA60B44A12C0}" dt="2026-07-09T06:24:58.426" v="31722" actId="47"/>
        <pc:sldMkLst>
          <pc:docMk/>
          <pc:sldMk cId="2846354138" sldId="340"/>
        </pc:sldMkLst>
        <pc:spChg chg="add del mod">
          <ac:chgData name="Ashish Chopra" userId="73b777bb-d56d-4042-ab11-fa04ce11e99f" providerId="ADAL" clId="{375ACA70-C26F-4825-A925-AA60B44A12C0}" dt="2026-07-09T06:24:28.020" v="31716" actId="478"/>
          <ac:spMkLst>
            <pc:docMk/>
            <pc:sldMk cId="2846354138" sldId="340"/>
            <ac:spMk id="3" creationId="{5888D3AF-9A27-4081-B498-9B0879CC6645}"/>
          </ac:spMkLst>
        </pc:spChg>
        <pc:spChg chg="mod">
          <ac:chgData name="Ashish Chopra" userId="73b777bb-d56d-4042-ab11-fa04ce11e99f" providerId="ADAL" clId="{375ACA70-C26F-4825-A925-AA60B44A12C0}" dt="2026-07-09T06:24:28.556" v="31718" actId="20577"/>
          <ac:spMkLst>
            <pc:docMk/>
            <pc:sldMk cId="2846354138" sldId="340"/>
            <ac:spMk id="5" creationId="{06E99B00-808E-1EC0-1BD3-002685A5BA2F}"/>
          </ac:spMkLst>
        </pc:spChg>
        <pc:spChg chg="mod">
          <ac:chgData name="Ashish Chopra" userId="73b777bb-d56d-4042-ab11-fa04ce11e99f" providerId="ADAL" clId="{375ACA70-C26F-4825-A925-AA60B44A12C0}" dt="2026-07-09T06:24:28.202" v="31717" actId="20577"/>
          <ac:spMkLst>
            <pc:docMk/>
            <pc:sldMk cId="2846354138" sldId="340"/>
            <ac:spMk id="9" creationId="{D373C10E-B583-7453-4547-66FFC5CDD9F7}"/>
          </ac:spMkLst>
        </pc:spChg>
        <pc:spChg chg="add del">
          <ac:chgData name="Ashish Chopra" userId="73b777bb-d56d-4042-ab11-fa04ce11e99f" providerId="ADAL" clId="{375ACA70-C26F-4825-A925-AA60B44A12C0}" dt="2026-07-09T06:24:28.020" v="31716" actId="478"/>
          <ac:spMkLst>
            <pc:docMk/>
            <pc:sldMk cId="2846354138" sldId="340"/>
            <ac:spMk id="10" creationId="{57D90351-7D82-533F-4159-C7789934E20D}"/>
          </ac:spMkLst>
        </pc:spChg>
      </pc:sldChg>
      <pc:sldChg chg="add del">
        <pc:chgData name="Ashish Chopra" userId="73b777bb-d56d-4042-ab11-fa04ce11e99f" providerId="ADAL" clId="{375ACA70-C26F-4825-A925-AA60B44A12C0}" dt="2026-07-09T06:24:52.019" v="31720" actId="47"/>
        <pc:sldMkLst>
          <pc:docMk/>
          <pc:sldMk cId="1333171263" sldId="341"/>
        </pc:sldMkLst>
      </pc:sldChg>
      <pc:sldChg chg="addSp delSp modSp add del mod ord">
        <pc:chgData name="Ashish Chopra" userId="73b777bb-d56d-4042-ab11-fa04ce11e99f" providerId="ADAL" clId="{375ACA70-C26F-4825-A925-AA60B44A12C0}" dt="2026-07-09T06:23:03.843" v="31679" actId="47"/>
        <pc:sldMkLst>
          <pc:docMk/>
          <pc:sldMk cId="1579700076" sldId="2145706498"/>
        </pc:sldMkLst>
        <pc:spChg chg="add del mod">
          <ac:chgData name="Ashish Chopra" userId="73b777bb-d56d-4042-ab11-fa04ce11e99f" providerId="ADAL" clId="{375ACA70-C26F-4825-A925-AA60B44A12C0}" dt="2026-07-09T06:21:56.468" v="31667" actId="478"/>
          <ac:spMkLst>
            <pc:docMk/>
            <pc:sldMk cId="1579700076" sldId="2145706498"/>
            <ac:spMk id="3" creationId="{BF4217B1-0696-0B8D-0E46-9A4C34718752}"/>
          </ac:spMkLst>
        </pc:spChg>
        <pc:spChg chg="mod">
          <ac:chgData name="Ashish Chopra" userId="73b777bb-d56d-4042-ab11-fa04ce11e99f" providerId="ADAL" clId="{375ACA70-C26F-4825-A925-AA60B44A12C0}" dt="2026-07-09T06:23:02.473" v="31678" actId="21"/>
          <ac:spMkLst>
            <pc:docMk/>
            <pc:sldMk cId="1579700076" sldId="2145706498"/>
            <ac:spMk id="5" creationId="{BFDB2F38-D1B6-D04B-B0D1-41CA63148D95}"/>
          </ac:spMkLst>
        </pc:spChg>
        <pc:spChg chg="del">
          <ac:chgData name="Ashish Chopra" userId="73b777bb-d56d-4042-ab11-fa04ce11e99f" providerId="ADAL" clId="{375ACA70-C26F-4825-A925-AA60B44A12C0}" dt="2026-07-09T06:21:53.419" v="31666" actId="478"/>
          <ac:spMkLst>
            <pc:docMk/>
            <pc:sldMk cId="1579700076" sldId="2145706498"/>
            <ac:spMk id="7" creationId="{B28FE2AB-EF61-A442-A661-C16B70782747}"/>
          </ac:spMkLst>
        </pc:spChg>
      </pc:sldChg>
      <pc:sldMasterChg chg="del delSldLayout">
        <pc:chgData name="Ashish Chopra" userId="73b777bb-d56d-4042-ab11-fa04ce11e99f" providerId="ADAL" clId="{375ACA70-C26F-4825-A925-AA60B44A12C0}" dt="2026-07-09T06:23:03.843" v="31679" actId="47"/>
        <pc:sldMasterMkLst>
          <pc:docMk/>
          <pc:sldMasterMk cId="335978148" sldId="2147483708"/>
        </pc:sldMasterMkLst>
        <pc:sldLayoutChg chg="del">
          <pc:chgData name="Ashish Chopra" userId="73b777bb-d56d-4042-ab11-fa04ce11e99f" providerId="ADAL" clId="{375ACA70-C26F-4825-A925-AA60B44A12C0}" dt="2026-07-09T06:23:03.843" v="31679" actId="47"/>
          <pc:sldLayoutMkLst>
            <pc:docMk/>
            <pc:sldMasterMk cId="335978148" sldId="2147483708"/>
            <pc:sldLayoutMk cId="1926928598" sldId="2147483709"/>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3018153071" sldId="2147483710"/>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308224111" sldId="2147483711"/>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1816601223" sldId="2147483712"/>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337265899" sldId="2147483713"/>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1096900638" sldId="2147483714"/>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4294358030" sldId="2147483715"/>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1689456393" sldId="2147483716"/>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3460790806" sldId="2147483717"/>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3039973691" sldId="2147483718"/>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4034509197" sldId="2147483719"/>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3737041633" sldId="2147483720"/>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1192864403" sldId="2147483721"/>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978845744" sldId="2147483722"/>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1114133361" sldId="2147483723"/>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1626347113" sldId="2147483724"/>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1994554967" sldId="2147483725"/>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781265877" sldId="2147483726"/>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4070180238" sldId="2147483727"/>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274616671" sldId="2147483728"/>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150558507" sldId="2147483729"/>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2393468803" sldId="2147483730"/>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4225650979" sldId="2147483731"/>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2807885079" sldId="2147483732"/>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3176817315" sldId="2147483733"/>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4087941537" sldId="2147483734"/>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107056400" sldId="2147483735"/>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3211620373" sldId="2147483736"/>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2098612161" sldId="2147483737"/>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2104601978" sldId="2147483738"/>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2179429759" sldId="2147483739"/>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1777920983" sldId="2147483740"/>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2001619548" sldId="2147483741"/>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142638937" sldId="2147483742"/>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1321608688" sldId="2147483743"/>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2928381860" sldId="2147483744"/>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3756786799" sldId="2147483745"/>
          </pc:sldLayoutMkLst>
        </pc:sldLayoutChg>
        <pc:sldLayoutChg chg="del">
          <pc:chgData name="Ashish Chopra" userId="73b777bb-d56d-4042-ab11-fa04ce11e99f" providerId="ADAL" clId="{375ACA70-C26F-4825-A925-AA60B44A12C0}" dt="2026-07-09T06:23:03.843" v="31679" actId="47"/>
          <pc:sldLayoutMkLst>
            <pc:docMk/>
            <pc:sldMasterMk cId="335978148" sldId="2147483708"/>
            <pc:sldLayoutMk cId="4284980341" sldId="2147483746"/>
          </pc:sldLayoutMkLst>
        </pc:sldLayoutChg>
      </pc:sldMasterChg>
      <pc:sldMasterChg chg="del delSldLayout">
        <pc:chgData name="Ashish Chopra" userId="73b777bb-d56d-4042-ab11-fa04ce11e99f" providerId="ADAL" clId="{375ACA70-C26F-4825-A925-AA60B44A12C0}" dt="2026-07-09T06:24:58.426" v="31722" actId="47"/>
        <pc:sldMasterMkLst>
          <pc:docMk/>
          <pc:sldMasterMk cId="1888863951" sldId="2147483747"/>
        </pc:sldMasterMkLst>
        <pc:sldLayoutChg chg="del">
          <pc:chgData name="Ashish Chopra" userId="73b777bb-d56d-4042-ab11-fa04ce11e99f" providerId="ADAL" clId="{375ACA70-C26F-4825-A925-AA60B44A12C0}" dt="2026-07-09T06:24:58.426" v="31722" actId="47"/>
          <pc:sldLayoutMkLst>
            <pc:docMk/>
            <pc:sldMasterMk cId="1888863951" sldId="2147483747"/>
            <pc:sldLayoutMk cId="874069678" sldId="2147483748"/>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1144672103" sldId="2147483749"/>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2839891060" sldId="2147483750"/>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736623825" sldId="2147483751"/>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2849927470" sldId="2147483752"/>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34144056" sldId="2147483753"/>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238247789" sldId="2147483754"/>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1729372434" sldId="2147483755"/>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3992209128" sldId="2147483756"/>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481267699" sldId="2147483757"/>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3364193215" sldId="2147483758"/>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2255652791" sldId="2147483759"/>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1193409433" sldId="2147483760"/>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2309616503" sldId="2147483761"/>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3017304217" sldId="2147483762"/>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3003084660" sldId="2147483763"/>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3282115483" sldId="2147483764"/>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3225680441" sldId="2147483765"/>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1170129733" sldId="2147483766"/>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4058925880" sldId="2147483767"/>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3738960366" sldId="2147483768"/>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3688139895" sldId="2147483769"/>
          </pc:sldLayoutMkLst>
        </pc:sldLayoutChg>
        <pc:sldLayoutChg chg="del">
          <pc:chgData name="Ashish Chopra" userId="73b777bb-d56d-4042-ab11-fa04ce11e99f" providerId="ADAL" clId="{375ACA70-C26F-4825-A925-AA60B44A12C0}" dt="2026-07-09T06:24:58.426" v="31722" actId="47"/>
          <pc:sldLayoutMkLst>
            <pc:docMk/>
            <pc:sldMasterMk cId="1888863951" sldId="2147483747"/>
            <pc:sldLayoutMk cId="2868885179" sldId="214748377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AD7437-FAE0-451C-8BB2-D27B3E1DE48E}" type="datetimeFigureOut">
              <a:rPr lang="en-AU" smtClean="0"/>
              <a:t>8/10/2026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5C808B-581D-42BD-80FA-2C27E5F3B2A7}" type="slidenum">
              <a:rPr lang="en-AU" smtClean="0"/>
              <a:t>‹#›</a:t>
            </a:fld>
            <a:endParaRPr lang="en-AU"/>
          </a:p>
        </p:txBody>
      </p:sp>
    </p:spTree>
    <p:extLst>
      <p:ext uri="{BB962C8B-B14F-4D97-AF65-F5344CB8AC3E}">
        <p14:creationId xmlns:p14="http://schemas.microsoft.com/office/powerpoint/2010/main" val="4075168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94081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73630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07000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4283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56803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3526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8171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09439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31084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05756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0201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1696575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hemeOverride" Target="../theme/themeOverride9.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hemeOverride" Target="../theme/themeOverride10.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hemeOverride" Target="../theme/themeOverride1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hyperlink" Target="http://otter.ai/" TargetMode="External"/><Relationship Id="rId2" Type="http://schemas.openxmlformats.org/officeDocument/2006/relationships/slideLayout" Target="../slideLayouts/slideLayout7.xml"/><Relationship Id="rId1" Type="http://schemas.openxmlformats.org/officeDocument/2006/relationships/themeOverride" Target="../theme/themeOverride1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sv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TextBox 2"/>
          <p:cNvSpPr txBox="1"/>
          <p:nvPr/>
        </p:nvSpPr>
        <p:spPr>
          <a:xfrm>
            <a:off x="1024393" y="2104817"/>
            <a:ext cx="10058400" cy="707886"/>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4000" b="1" i="0" u="none" strike="noStrike" kern="1200" cap="none" spc="0" normalizeH="0" baseline="0" noProof="0" dirty="0">
                <a:ln>
                  <a:noFill/>
                </a:ln>
                <a:solidFill>
                  <a:prstClr val="black"/>
                </a:solidFill>
                <a:effectLst/>
                <a:uLnTx/>
                <a:uFillTx/>
                <a:latin typeface="Aptos" panose="02110004020202020204"/>
                <a:ea typeface="+mn-ea"/>
                <a:cs typeface="+mn-cs"/>
              </a:rPr>
              <a:t>Architecture</a:t>
            </a:r>
            <a:endParaRPr kumimoji="0" sz="40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Rectangle 4"/>
          <p:cNvSpPr/>
          <p:nvPr/>
        </p:nvSpPr>
        <p:spPr>
          <a:xfrm flipV="1">
            <a:off x="4419752" y="2775375"/>
            <a:ext cx="3284915" cy="45719"/>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B92B44E7-4882-A3BA-63EA-36F9582271A9}"/>
              </a:ext>
            </a:extLst>
          </p:cNvPr>
          <p:cNvSpPr txBox="1"/>
          <p:nvPr/>
        </p:nvSpPr>
        <p:spPr>
          <a:xfrm>
            <a:off x="4995330" y="2913479"/>
            <a:ext cx="4013199" cy="3231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500" b="1" i="0" u="none" strike="noStrike" kern="1200" cap="none" spc="0" normalizeH="0" baseline="0" noProof="0" dirty="0">
                <a:ln>
                  <a:noFill/>
                </a:ln>
                <a:solidFill>
                  <a:prstClr val="black"/>
                </a:solidFill>
                <a:effectLst/>
                <a:uLnTx/>
                <a:uFillTx/>
                <a:latin typeface="Calibri"/>
                <a:ea typeface="+mn-ea"/>
                <a:cs typeface="+mn-cs"/>
              </a:rPr>
              <a:t>AI, ML, GENAI, AGENTIC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278CDF08-B5C1-9F5A-F2CE-FA73A42DA51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DD5C2C4-4801-6AE3-B5D7-D434834D6A2B}"/>
              </a:ext>
            </a:extLst>
          </p:cNvPr>
          <p:cNvSpPr txBox="1"/>
          <p:nvPr/>
        </p:nvSpPr>
        <p:spPr>
          <a:xfrm>
            <a:off x="200778" y="24672"/>
            <a:ext cx="10058400" cy="553998"/>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AU" sz="3000" b="1" dirty="0">
                <a:latin typeface="Aptos" panose="02110004020202020204"/>
              </a:rPr>
              <a:t>Concepts</a:t>
            </a:r>
            <a:endParaRPr kumimoji="0" sz="3000" b="1" i="0" u="none" strike="noStrike" kern="1200" cap="none" spc="0" normalizeH="0" baseline="0" noProof="0" dirty="0">
              <a:ln>
                <a:noFill/>
              </a:ln>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601A9C4B-98BD-BA3B-6C1D-4F617B4B0B2C}"/>
              </a:ext>
            </a:extLst>
          </p:cNvPr>
          <p:cNvSpPr/>
          <p:nvPr/>
        </p:nvSpPr>
        <p:spPr>
          <a:xfrm>
            <a:off x="321882" y="594357"/>
            <a:ext cx="3047695" cy="36576"/>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chemeClr val="tx1"/>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A31C9D92-0AD9-6320-7407-AFBF2265CEB6}"/>
              </a:ext>
            </a:extLst>
          </p:cNvPr>
          <p:cNvSpPr txBox="1"/>
          <p:nvPr/>
        </p:nvSpPr>
        <p:spPr>
          <a:xfrm>
            <a:off x="285448" y="744010"/>
            <a:ext cx="11718483" cy="4401205"/>
          </a:xfrm>
          <a:prstGeom prst="rect">
            <a:avLst/>
          </a:prstGeom>
          <a:noFill/>
          <a:ln>
            <a:solidFill>
              <a:schemeClr val="tx1"/>
            </a:solidFill>
          </a:ln>
        </p:spPr>
        <p:txBody>
          <a:bodyPr wrap="square">
            <a:spAutoFit/>
          </a:bodyPr>
          <a:lstStyle/>
          <a:p>
            <a:pPr marL="171450" indent="-171450">
              <a:buFont typeface="Arial" panose="020B0604020202020204" pitchFamily="34" charset="0"/>
              <a:buChar char="•"/>
            </a:pPr>
            <a:r>
              <a:rPr lang="en-AU" sz="1000" b="1" dirty="0"/>
              <a:t>Artificial Intelligence (AI)</a:t>
            </a:r>
          </a:p>
          <a:p>
            <a:r>
              <a:rPr lang="en-AU" sz="1000" dirty="0"/>
              <a:t>AI is the broad idea of teaching computers to </a:t>
            </a:r>
            <a:r>
              <a:rPr lang="en-AU" sz="1000" b="1" dirty="0"/>
              <a:t>think or act in ways that mimic human intelligence</a:t>
            </a:r>
            <a:r>
              <a:rPr lang="en-AU" sz="1000" dirty="0"/>
              <a:t>. This includes recognizing images, understanding speech, translating languages, or playing games. AI can be </a:t>
            </a:r>
            <a:br>
              <a:rPr lang="en-AU" sz="1000" dirty="0"/>
            </a:br>
            <a:r>
              <a:rPr lang="en-AU" sz="1000" dirty="0"/>
              <a:t>simple (like a spam filter) or more complex (like a chatbot).</a:t>
            </a:r>
          </a:p>
          <a:p>
            <a:endParaRPr lang="en-AU" sz="1000" dirty="0"/>
          </a:p>
          <a:p>
            <a:pPr marL="171450" indent="-171450">
              <a:buFont typeface="Arial" panose="020B0604020202020204" pitchFamily="34" charset="0"/>
              <a:buChar char="•"/>
            </a:pPr>
            <a:r>
              <a:rPr lang="en-AU" sz="1000" b="1" dirty="0"/>
              <a:t>Machine Learning (ML)</a:t>
            </a:r>
          </a:p>
          <a:p>
            <a:r>
              <a:rPr lang="en-AU" sz="1000" dirty="0"/>
              <a:t>Machine learning is a </a:t>
            </a:r>
            <a:r>
              <a:rPr lang="en-AU" sz="1000" b="1" dirty="0"/>
              <a:t>subset of AI</a:t>
            </a:r>
            <a:r>
              <a:rPr lang="en-AU" sz="1000" dirty="0"/>
              <a:t> where computers </a:t>
            </a:r>
            <a:r>
              <a:rPr lang="en-AU" sz="1000" b="1" dirty="0"/>
              <a:t>learn from data</a:t>
            </a:r>
            <a:r>
              <a:rPr lang="en-AU" sz="1000" dirty="0"/>
              <a:t> instead of being explicitly programmed. For example, showing a computer, thousands of pictures of cats and dogs allows it to learn how to </a:t>
            </a:r>
            <a:br>
              <a:rPr lang="en-AU" sz="1000" dirty="0"/>
            </a:br>
            <a:r>
              <a:rPr lang="en-AU" sz="1000" dirty="0"/>
              <a:t>identify cats automatically. ML is behind many AI applications today, such as recommendation systems on Netflix or fraud detection in banks.</a:t>
            </a:r>
          </a:p>
          <a:p>
            <a:endParaRPr lang="en-AU" sz="1000" b="1" dirty="0"/>
          </a:p>
          <a:p>
            <a:pPr marL="171450" indent="-171450">
              <a:buFont typeface="Arial" panose="020B0604020202020204" pitchFamily="34" charset="0"/>
              <a:buChar char="•"/>
            </a:pPr>
            <a:r>
              <a:rPr lang="en-AU" sz="1000" b="1" dirty="0"/>
              <a:t>General AI (AGI)</a:t>
            </a:r>
          </a:p>
          <a:p>
            <a:r>
              <a:rPr lang="en-AU" sz="1000" dirty="0"/>
              <a:t>General AI, or Artificial General Intelligence (AGI), is AI with </a:t>
            </a:r>
            <a:r>
              <a:rPr lang="en-AU" sz="1000" b="1" dirty="0"/>
              <a:t>humanlike intelligence across many tasks</a:t>
            </a:r>
            <a:r>
              <a:rPr lang="en-AU" sz="1000" dirty="0"/>
              <a:t>, not just one. Unlike today’s AI, which can focus on specific tasks, general AI could </a:t>
            </a:r>
            <a:r>
              <a:rPr lang="en-AU" sz="1000" b="1" dirty="0"/>
              <a:t>learn and adapt to </a:t>
            </a:r>
            <a:br>
              <a:rPr lang="en-AU" sz="1000" b="1" dirty="0"/>
            </a:br>
            <a:r>
              <a:rPr lang="en-AU" sz="1000" b="1" dirty="0"/>
              <a:t>almost anything</a:t>
            </a:r>
            <a:r>
              <a:rPr lang="en-AU" sz="1000" dirty="0"/>
              <a:t> humans can do. This type of AI does not exist yet and is mostly theoretical.</a:t>
            </a:r>
          </a:p>
          <a:p>
            <a:endParaRPr lang="en-AU" sz="1000" b="1" dirty="0"/>
          </a:p>
          <a:p>
            <a:pPr marL="171450" indent="-171450">
              <a:buFont typeface="Arial" panose="020B0604020202020204" pitchFamily="34" charset="0"/>
              <a:buChar char="•"/>
            </a:pPr>
            <a:r>
              <a:rPr lang="en-AU" sz="1000" b="1" dirty="0"/>
              <a:t>Agentic AI</a:t>
            </a:r>
          </a:p>
          <a:p>
            <a:r>
              <a:rPr lang="en-AU" sz="1000" dirty="0"/>
              <a:t>Agentic AI refers to AI systems that </a:t>
            </a:r>
            <a:r>
              <a:rPr lang="en-AU" sz="1000" b="1" dirty="0"/>
              <a:t>can take autonomous actions to achieve goals</a:t>
            </a:r>
            <a:r>
              <a:rPr lang="en-AU" sz="1000" dirty="0"/>
              <a:t>. Instead of just answering questions or performing one task, these systems </a:t>
            </a:r>
            <a:r>
              <a:rPr lang="en-AU" sz="1000" b="1" dirty="0"/>
              <a:t>can plan, make decisions, and act in the world</a:t>
            </a:r>
            <a:r>
              <a:rPr lang="en-AU" sz="1000" dirty="0"/>
              <a:t>—for instance, a robotic assistant could move objects, control other software, or schedule tasks independently. Agentic AI is a step beyond </a:t>
            </a:r>
            <a:r>
              <a:rPr lang="en-AU" sz="1000" dirty="0" err="1"/>
              <a:t>toollike</a:t>
            </a:r>
            <a:r>
              <a:rPr lang="en-AU" sz="1000" dirty="0"/>
              <a:t> AI because it has a degree of independence in pursuing objectives</a:t>
            </a:r>
          </a:p>
          <a:p>
            <a:endParaRPr lang="en-AU" sz="1000" b="1" dirty="0"/>
          </a:p>
          <a:p>
            <a:pPr marL="171450" indent="-171450">
              <a:buFont typeface="Arial" panose="020B0604020202020204" pitchFamily="34" charset="0"/>
              <a:buChar char="•"/>
            </a:pPr>
            <a:r>
              <a:rPr lang="en-AU" sz="1000" b="1" dirty="0"/>
              <a:t>Large Language Models (LLMs)</a:t>
            </a:r>
          </a:p>
          <a:p>
            <a:r>
              <a:rPr lang="en-AU" sz="1000" dirty="0"/>
              <a:t>Large language models are </a:t>
            </a:r>
            <a:r>
              <a:rPr lang="en-AU" sz="1000" b="1" dirty="0"/>
              <a:t>AI systems trained on massive amounts of text</a:t>
            </a:r>
            <a:r>
              <a:rPr lang="en-AU" sz="1000" dirty="0"/>
              <a:t> to understand and generate humanlike language. Examples include ChatGPT. They can </a:t>
            </a:r>
            <a:r>
              <a:rPr lang="en-AU" sz="1000" b="1" dirty="0"/>
              <a:t>write stories, answer questions, translate languages, or summarize text</a:t>
            </a:r>
            <a:r>
              <a:rPr lang="en-AU" sz="1000" dirty="0"/>
              <a:t> by predicting the next word based on patterns they've learned from the data. While impressive, they don’t truly "understand" like humans do—they detect patterns and generate plausible responses.</a:t>
            </a:r>
            <a:endParaRPr lang="en-AU" sz="1000" b="1" dirty="0"/>
          </a:p>
          <a:p>
            <a:endParaRPr lang="en-AU" sz="1000" b="1" dirty="0"/>
          </a:p>
          <a:p>
            <a:r>
              <a:rPr lang="en-AU" sz="1000" b="1" u="sng" dirty="0"/>
              <a:t>Summary</a:t>
            </a:r>
          </a:p>
          <a:p>
            <a:r>
              <a:rPr lang="en-AU" sz="1000" dirty="0"/>
              <a:t>In simple terms:</a:t>
            </a:r>
          </a:p>
          <a:p>
            <a:r>
              <a:rPr lang="en-AU" sz="1000" b="1" dirty="0"/>
              <a:t>AI</a:t>
            </a:r>
            <a:r>
              <a:rPr lang="en-AU" sz="1000" dirty="0"/>
              <a:t> = computers doing smart tasks.</a:t>
            </a:r>
          </a:p>
          <a:p>
            <a:r>
              <a:rPr lang="en-AU" sz="1000" b="1" dirty="0"/>
              <a:t>Machine Learning</a:t>
            </a:r>
            <a:r>
              <a:rPr lang="en-AU" sz="1000" dirty="0"/>
              <a:t> = AI learning from data.</a:t>
            </a:r>
          </a:p>
          <a:p>
            <a:r>
              <a:rPr lang="en-AU" sz="1000" b="1" dirty="0"/>
              <a:t>General AI</a:t>
            </a:r>
            <a:r>
              <a:rPr lang="en-AU" sz="1000" dirty="0"/>
              <a:t> = AI that could think and learn like humans (still theoretical).</a:t>
            </a:r>
          </a:p>
          <a:p>
            <a:r>
              <a:rPr lang="en-AU" sz="1000" b="1" dirty="0"/>
              <a:t>Large Language Models</a:t>
            </a:r>
            <a:r>
              <a:rPr lang="en-AU" sz="1000" dirty="0"/>
              <a:t> = AI trained on lots of text to talk or write like a human.</a:t>
            </a:r>
          </a:p>
          <a:p>
            <a:r>
              <a:rPr lang="en-AU" sz="1000" b="1" dirty="0"/>
              <a:t>Agentic AI</a:t>
            </a:r>
            <a:r>
              <a:rPr lang="en-AU" sz="1000" dirty="0"/>
              <a:t> = AI that can act on its own to achieve goals.</a:t>
            </a:r>
          </a:p>
        </p:txBody>
      </p:sp>
    </p:spTree>
    <p:extLst>
      <p:ext uri="{BB962C8B-B14F-4D97-AF65-F5344CB8AC3E}">
        <p14:creationId xmlns:p14="http://schemas.microsoft.com/office/powerpoint/2010/main" val="1828686536"/>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E8546739-59DD-4161-A778-9BF934C0356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72616F6-07E1-4205-43D0-D97CFAB49B0E}"/>
              </a:ext>
            </a:extLst>
          </p:cNvPr>
          <p:cNvSpPr txBox="1"/>
          <p:nvPr/>
        </p:nvSpPr>
        <p:spPr>
          <a:xfrm>
            <a:off x="200778" y="24672"/>
            <a:ext cx="100584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dirty="0">
                <a:ln>
                  <a:noFill/>
                </a:ln>
                <a:solidFill>
                  <a:prstClr val="black"/>
                </a:solidFill>
                <a:effectLst/>
                <a:uLnTx/>
                <a:uFillTx/>
                <a:latin typeface="Aptos" panose="02110004020202020204"/>
                <a:ea typeface="+mn-ea"/>
                <a:cs typeface="+mn-cs"/>
              </a:rPr>
              <a:t>Model Concepts</a:t>
            </a:r>
            <a:endParaRPr kumimoji="0" sz="30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26A5835F-6538-7690-127B-59FE58C681B1}"/>
              </a:ext>
            </a:extLst>
          </p:cNvPr>
          <p:cNvSpPr/>
          <p:nvPr/>
        </p:nvSpPr>
        <p:spPr>
          <a:xfrm>
            <a:off x="321882" y="594357"/>
            <a:ext cx="3047695" cy="36576"/>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F3470368-A13A-93F3-4121-4AF29EAD7D89}"/>
              </a:ext>
            </a:extLst>
          </p:cNvPr>
          <p:cNvSpPr txBox="1"/>
          <p:nvPr/>
        </p:nvSpPr>
        <p:spPr>
          <a:xfrm>
            <a:off x="285448" y="744010"/>
            <a:ext cx="11718483" cy="4093428"/>
          </a:xfrm>
          <a:prstGeom prst="rect">
            <a:avLst/>
          </a:prstGeom>
          <a:noFill/>
          <a:ln>
            <a:solidFill>
              <a:schemeClr val="tx1"/>
            </a:solidFill>
          </a:ln>
        </p:spPr>
        <p:txBody>
          <a:bodyPr wrap="square">
            <a:spAutoFit/>
          </a:bodyPr>
          <a:lstStyle/>
          <a:p>
            <a:pPr marL="228600" indent="-228600">
              <a:buFont typeface="Arial" panose="020B0604020202020204" pitchFamily="34" charset="0"/>
              <a:buChar char="•"/>
            </a:pPr>
            <a:r>
              <a:rPr lang="en-AU" sz="1000" b="1" u="sng" dirty="0">
                <a:latin typeface="Aptos (Body)"/>
              </a:rPr>
              <a:t>CONCEPT</a:t>
            </a:r>
          </a:p>
          <a:p>
            <a:endParaRPr lang="en-AU" sz="1000" b="1" u="sng" dirty="0">
              <a:latin typeface="Aptos (Body)"/>
            </a:endParaRPr>
          </a:p>
          <a:p>
            <a:r>
              <a:rPr lang="en-AU" sz="1000" b="1" u="sng" dirty="0">
                <a:latin typeface="Aptos (Body)"/>
              </a:rPr>
              <a:t>Foundation Models</a:t>
            </a:r>
          </a:p>
          <a:p>
            <a:r>
              <a:rPr lang="en-AU" sz="1000" b="1" dirty="0">
                <a:latin typeface="Aptos (Body)"/>
              </a:rPr>
              <a:t>Foundation models</a:t>
            </a:r>
            <a:r>
              <a:rPr lang="en-AU" sz="1000" dirty="0">
                <a:latin typeface="Aptos (Body)"/>
              </a:rPr>
              <a:t> are a broad class of AI models characterized by their </a:t>
            </a:r>
            <a:r>
              <a:rPr lang="en-AU" sz="1000" b="1" dirty="0">
                <a:latin typeface="Aptos (Body)"/>
              </a:rPr>
              <a:t>massive scale and general-purpose capability</a:t>
            </a:r>
            <a:r>
              <a:rPr lang="en-AU" sz="1000" dirty="0">
                <a:latin typeface="Aptos (Body)"/>
              </a:rPr>
              <a:t>. </a:t>
            </a:r>
            <a:br>
              <a:rPr lang="en-AU" sz="1000" dirty="0">
                <a:latin typeface="Aptos (Body)"/>
              </a:rPr>
            </a:br>
            <a:r>
              <a:rPr lang="en-AU" sz="1000" dirty="0">
                <a:latin typeface="Aptos (Body)"/>
              </a:rPr>
              <a:t>They are trained on </a:t>
            </a:r>
            <a:r>
              <a:rPr lang="en-AU" sz="1000" b="1" dirty="0">
                <a:latin typeface="Aptos (Body)"/>
              </a:rPr>
              <a:t>diverse datasets across modalities</a:t>
            </a:r>
            <a:r>
              <a:rPr lang="en-AU" sz="1000" dirty="0">
                <a:latin typeface="Aptos (Body)"/>
              </a:rPr>
              <a:t> (e.g., text, images, audio, code) using </a:t>
            </a:r>
            <a:r>
              <a:rPr lang="en-AU" sz="1000" b="1" dirty="0">
                <a:latin typeface="Aptos (Body)"/>
              </a:rPr>
              <a:t>self-supervised or semi-supervised learning</a:t>
            </a:r>
            <a:r>
              <a:rPr lang="en-AU" sz="1000" dirty="0">
                <a:latin typeface="Aptos (Body)"/>
              </a:rPr>
              <a:t>. Key features include:</a:t>
            </a:r>
          </a:p>
          <a:p>
            <a:r>
              <a:rPr lang="en-AU" sz="1000" b="1" dirty="0">
                <a:latin typeface="Aptos (Body)"/>
              </a:rPr>
              <a:t>Multi-modality support:</a:t>
            </a:r>
            <a:r>
              <a:rPr lang="en-AU" sz="1000" dirty="0">
                <a:latin typeface="Aptos (Body)"/>
              </a:rPr>
              <a:t> Can be adapted or fine-tuned for text, vision, speech, or combinations thereof.</a:t>
            </a:r>
          </a:p>
          <a:p>
            <a:r>
              <a:rPr lang="en-AU" sz="1000" b="1" dirty="0">
                <a:latin typeface="Aptos (Body)"/>
              </a:rPr>
              <a:t>Pre-training as a baseline:</a:t>
            </a:r>
            <a:r>
              <a:rPr lang="en-AU" sz="1000" dirty="0">
                <a:latin typeface="Aptos (Body)"/>
              </a:rPr>
              <a:t> Developed using large </a:t>
            </a:r>
            <a:r>
              <a:rPr lang="en-AU" sz="1000" dirty="0" err="1">
                <a:latin typeface="Aptos (Body)"/>
              </a:rPr>
              <a:t>uncurated</a:t>
            </a:r>
            <a:r>
              <a:rPr lang="en-AU" sz="1000" dirty="0">
                <a:latin typeface="Aptos (Body)"/>
              </a:rPr>
              <a:t> datasets to learn general representations, which serve as a foundation for specialized downstream tasks.</a:t>
            </a:r>
          </a:p>
          <a:p>
            <a:r>
              <a:rPr lang="en-AU" sz="1000" b="1" dirty="0">
                <a:latin typeface="Aptos (Body)"/>
              </a:rPr>
              <a:t>Versatility:</a:t>
            </a:r>
            <a:r>
              <a:rPr lang="en-AU" sz="1000" dirty="0">
                <a:latin typeface="Aptos (Body)"/>
              </a:rPr>
              <a:t> Can power multiple applications such as question answering, summarization, classification, reasoning, and multi-modal generation.</a:t>
            </a:r>
          </a:p>
          <a:p>
            <a:r>
              <a:rPr lang="en-AU" sz="1000" b="1" dirty="0">
                <a:latin typeface="Aptos (Body)"/>
              </a:rPr>
              <a:t>Examples:</a:t>
            </a:r>
            <a:r>
              <a:rPr lang="en-AU" sz="1000" dirty="0">
                <a:latin typeface="Aptos (Body)"/>
              </a:rPr>
              <a:t> GPT series (text), CLIP (text + image), DALL·E (image generation from text prompts).</a:t>
            </a:r>
          </a:p>
          <a:p>
            <a:br>
              <a:rPr lang="en-AU" sz="1000" dirty="0">
                <a:latin typeface="Aptos (Body)"/>
              </a:rPr>
            </a:br>
            <a:r>
              <a:rPr lang="en-AU" sz="1000" b="1" u="sng" dirty="0">
                <a:latin typeface="Aptos (Body)"/>
              </a:rPr>
              <a:t>Large Language Models (LLMs)</a:t>
            </a:r>
          </a:p>
          <a:p>
            <a:r>
              <a:rPr lang="en-AU" sz="1000" b="1" dirty="0">
                <a:latin typeface="Aptos (Body)"/>
              </a:rPr>
              <a:t>Large language models</a:t>
            </a:r>
            <a:r>
              <a:rPr lang="en-AU" sz="1000" dirty="0">
                <a:latin typeface="Aptos (Body)"/>
              </a:rPr>
              <a:t> are a </a:t>
            </a:r>
            <a:r>
              <a:rPr lang="en-AU" sz="1000" b="1" dirty="0">
                <a:latin typeface="Aptos (Body)"/>
              </a:rPr>
              <a:t>subset of foundation models</a:t>
            </a:r>
            <a:r>
              <a:rPr lang="en-AU" sz="1000" dirty="0">
                <a:latin typeface="Aptos (Body)"/>
              </a:rPr>
              <a:t> specifically operating on </a:t>
            </a:r>
            <a:r>
              <a:rPr lang="en-AU" sz="1000" b="1" dirty="0">
                <a:latin typeface="Aptos (Body)"/>
              </a:rPr>
              <a:t>textual data</a:t>
            </a:r>
            <a:r>
              <a:rPr lang="en-AU" sz="1000" dirty="0">
                <a:latin typeface="Aptos (Body)"/>
              </a:rPr>
              <a:t>. Key features:</a:t>
            </a:r>
          </a:p>
          <a:p>
            <a:r>
              <a:rPr lang="en-AU" sz="1000" b="1" dirty="0">
                <a:latin typeface="Aptos (Body)"/>
              </a:rPr>
              <a:t>Text-focused:</a:t>
            </a:r>
            <a:r>
              <a:rPr lang="en-AU" sz="1000" dirty="0">
                <a:latin typeface="Aptos (Body)"/>
              </a:rPr>
              <a:t> Trained on large corpora of natural language and code.</a:t>
            </a:r>
          </a:p>
          <a:p>
            <a:r>
              <a:rPr lang="en-AU" sz="1000" b="1" dirty="0">
                <a:latin typeface="Aptos (Body)"/>
              </a:rPr>
              <a:t>Language understanding and generation:</a:t>
            </a:r>
            <a:r>
              <a:rPr lang="en-AU" sz="1000" dirty="0">
                <a:latin typeface="Aptos (Body)"/>
              </a:rPr>
              <a:t> Excel in tasks like translation, summarization, reading comprehension, and dialogue.</a:t>
            </a:r>
          </a:p>
          <a:p>
            <a:r>
              <a:rPr lang="en-AU" sz="1000" b="1" dirty="0">
                <a:latin typeface="Aptos (Body)"/>
              </a:rPr>
              <a:t>Scale:</a:t>
            </a:r>
            <a:r>
              <a:rPr lang="en-AU" sz="1000" dirty="0">
                <a:latin typeface="Aptos (Body)"/>
              </a:rPr>
              <a:t> Typically, billions or trillions of parameters.</a:t>
            </a:r>
          </a:p>
          <a:p>
            <a:r>
              <a:rPr lang="en-AU" sz="1000" b="1" dirty="0">
                <a:latin typeface="Aptos (Body)"/>
              </a:rPr>
              <a:t>Examples:</a:t>
            </a:r>
            <a:r>
              <a:rPr lang="en-AU" sz="1000" dirty="0">
                <a:latin typeface="Aptos (Body)"/>
              </a:rPr>
              <a:t> GPT, </a:t>
            </a:r>
            <a:r>
              <a:rPr lang="en-AU" sz="1000" dirty="0" err="1">
                <a:latin typeface="Aptos (Body)"/>
              </a:rPr>
              <a:t>LLaMA</a:t>
            </a:r>
            <a:r>
              <a:rPr lang="en-AU" sz="1000" dirty="0">
                <a:latin typeface="Aptos (Body)"/>
              </a:rPr>
              <a:t>, </a:t>
            </a:r>
            <a:r>
              <a:rPr lang="en-AU" sz="1000" dirty="0" err="1">
                <a:latin typeface="Aptos (Body)"/>
              </a:rPr>
              <a:t>PaLM</a:t>
            </a:r>
            <a:r>
              <a:rPr lang="en-AU" sz="1000" dirty="0">
                <a:latin typeface="Aptos (Body)"/>
              </a:rPr>
              <a:t>, Claude.</a:t>
            </a:r>
          </a:p>
          <a:p>
            <a:r>
              <a:rPr lang="en-AU" sz="1000" dirty="0">
                <a:latin typeface="Aptos (Body)"/>
              </a:rPr>
              <a:t>In essence, all LLMs are foundation models, but </a:t>
            </a:r>
            <a:r>
              <a:rPr lang="en-AU" sz="1000" b="1" dirty="0">
                <a:latin typeface="Aptos (Body)"/>
              </a:rPr>
              <a:t>not all foundation models are LLMs</a:t>
            </a:r>
            <a:r>
              <a:rPr lang="en-AU" sz="1000" dirty="0">
                <a:latin typeface="Aptos (Body)"/>
              </a:rPr>
              <a:t> because some foundation models handle images, audio, or multi-modal inputs.</a:t>
            </a:r>
          </a:p>
          <a:p>
            <a:endParaRPr kumimoji="0" lang="en-AU" sz="1000" b="0" i="0" u="none" strike="noStrike" kern="1200" cap="none" spc="0" normalizeH="0" baseline="0" noProof="0" dirty="0">
              <a:ln>
                <a:noFill/>
              </a:ln>
              <a:solidFill>
                <a:prstClr val="black"/>
              </a:solidFill>
              <a:effectLst/>
              <a:uLnTx/>
              <a:uFillTx/>
              <a:latin typeface="Aptos (Body)"/>
            </a:endParaRPr>
          </a:p>
          <a:p>
            <a:pPr marL="228600" indent="-228600">
              <a:buFont typeface="Arial" panose="020B0604020202020204" pitchFamily="34" charset="0"/>
              <a:buChar char="•"/>
            </a:pPr>
            <a:r>
              <a:rPr lang="en-AU" sz="1000" b="1" u="sng" dirty="0">
                <a:latin typeface="Aptos (Body)"/>
              </a:rPr>
              <a:t>RELATIONSHIP</a:t>
            </a:r>
          </a:p>
          <a:p>
            <a:r>
              <a:rPr lang="en-AU" sz="1000" dirty="0">
                <a:latin typeface="Aptos (Body)"/>
              </a:rPr>
              <a:t>LLMs are </a:t>
            </a:r>
            <a:r>
              <a:rPr lang="en-AU" sz="1000" b="1" dirty="0">
                <a:latin typeface="Aptos (Body)"/>
              </a:rPr>
              <a:t>specialized instances</a:t>
            </a:r>
            <a:r>
              <a:rPr lang="en-AU" sz="1000" dirty="0">
                <a:latin typeface="Aptos (Body)"/>
              </a:rPr>
              <a:t> of foundation models.</a:t>
            </a:r>
          </a:p>
          <a:p>
            <a:r>
              <a:rPr lang="en-AU" sz="1000" dirty="0">
                <a:latin typeface="Aptos (Body)"/>
              </a:rPr>
              <a:t>Foundation models provide the </a:t>
            </a:r>
            <a:r>
              <a:rPr lang="en-AU" sz="1000" b="1" dirty="0">
                <a:latin typeface="Aptos (Body)"/>
              </a:rPr>
              <a:t>architecture, pre-training, and conceptual framework</a:t>
            </a:r>
            <a:r>
              <a:rPr lang="en-AU" sz="1000" dirty="0">
                <a:latin typeface="Aptos (Body)"/>
              </a:rPr>
              <a:t>, while LLMs are the </a:t>
            </a:r>
            <a:r>
              <a:rPr lang="en-AU" sz="1000" b="1" dirty="0">
                <a:latin typeface="Aptos (Body)"/>
              </a:rPr>
              <a:t>textual instantiation</a:t>
            </a:r>
            <a:r>
              <a:rPr lang="en-AU" sz="1000" dirty="0">
                <a:latin typeface="Aptos (Body)"/>
              </a:rPr>
              <a:t> optimized for language tasks.</a:t>
            </a:r>
          </a:p>
          <a:p>
            <a:endParaRPr lang="en-AU" sz="1000" b="1" dirty="0">
              <a:latin typeface="Aptos (Body)"/>
            </a:endParaRPr>
          </a:p>
          <a:p>
            <a:pPr marL="171450" indent="-171450">
              <a:buFont typeface="Arial" panose="020B0604020202020204" pitchFamily="34" charset="0"/>
              <a:buChar char="•"/>
            </a:pPr>
            <a:r>
              <a:rPr lang="en-AU" sz="1000" b="1" u="sng" dirty="0">
                <a:latin typeface="Aptos (Body)"/>
              </a:rPr>
              <a:t>PRACTICAL ILLUSTRATION</a:t>
            </a:r>
          </a:p>
          <a:p>
            <a:r>
              <a:rPr lang="en-AU" sz="1000" b="1" dirty="0">
                <a:latin typeface="Aptos (Body)"/>
              </a:rPr>
              <a:t>Foundation model perspective:</a:t>
            </a:r>
            <a:r>
              <a:rPr lang="en-AU" sz="1000" dirty="0">
                <a:latin typeface="Aptos (Body)"/>
              </a:rPr>
              <a:t> Think of it as a </a:t>
            </a:r>
            <a:r>
              <a:rPr lang="en-AU" sz="1000" b="1" dirty="0">
                <a:latin typeface="Aptos (Body)"/>
              </a:rPr>
              <a:t>general-purpose engine</a:t>
            </a:r>
            <a:r>
              <a:rPr lang="en-AU" sz="1000" dirty="0">
                <a:latin typeface="Aptos (Body)"/>
              </a:rPr>
              <a:t> that can produce embeddings or behaviours across modalities.</a:t>
            </a:r>
          </a:p>
          <a:p>
            <a:r>
              <a:rPr lang="en-AU" sz="1000" b="1" dirty="0">
                <a:latin typeface="Aptos (Body)"/>
              </a:rPr>
              <a:t>LLM perspective:</a:t>
            </a:r>
            <a:r>
              <a:rPr lang="en-AU" sz="1000" dirty="0">
                <a:latin typeface="Aptos (Body)"/>
              </a:rPr>
              <a:t> Think of it as a </a:t>
            </a:r>
            <a:r>
              <a:rPr lang="en-AU" sz="1000" b="1" dirty="0">
                <a:latin typeface="Aptos (Body)"/>
              </a:rPr>
              <a:t>language-specific engine</a:t>
            </a:r>
            <a:r>
              <a:rPr lang="en-AU" sz="1000" dirty="0">
                <a:latin typeface="Aptos (Body)"/>
              </a:rPr>
              <a:t> derived from the general-purpose foundation model.</a:t>
            </a:r>
          </a:p>
        </p:txBody>
      </p:sp>
    </p:spTree>
    <p:extLst>
      <p:ext uri="{BB962C8B-B14F-4D97-AF65-F5344CB8AC3E}">
        <p14:creationId xmlns:p14="http://schemas.microsoft.com/office/powerpoint/2010/main" val="2305839443"/>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8DFB997F-15C1-042F-3F62-4ED61E4406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83E9934-6D69-87C5-C824-D0C7B8085388}"/>
              </a:ext>
            </a:extLst>
          </p:cNvPr>
          <p:cNvSpPr txBox="1"/>
          <p:nvPr/>
        </p:nvSpPr>
        <p:spPr>
          <a:xfrm>
            <a:off x="200778" y="24672"/>
            <a:ext cx="100584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dirty="0">
                <a:ln>
                  <a:noFill/>
                </a:ln>
                <a:solidFill>
                  <a:prstClr val="black"/>
                </a:solidFill>
                <a:effectLst/>
                <a:uLnTx/>
                <a:uFillTx/>
                <a:latin typeface="Aptos" panose="02110004020202020204"/>
                <a:ea typeface="+mn-ea"/>
                <a:cs typeface="+mn-cs"/>
              </a:rPr>
              <a:t>Model Size</a:t>
            </a:r>
            <a:endParaRPr kumimoji="0" sz="30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DD8DA01B-3146-239D-D789-FF0090DE0C6B}"/>
              </a:ext>
            </a:extLst>
          </p:cNvPr>
          <p:cNvSpPr/>
          <p:nvPr/>
        </p:nvSpPr>
        <p:spPr>
          <a:xfrm>
            <a:off x="321882" y="594357"/>
            <a:ext cx="3047695" cy="36576"/>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E09CABB9-1A89-37C1-540A-D200DC1B3C94}"/>
              </a:ext>
            </a:extLst>
          </p:cNvPr>
          <p:cNvSpPr txBox="1"/>
          <p:nvPr/>
        </p:nvSpPr>
        <p:spPr>
          <a:xfrm>
            <a:off x="285448" y="744010"/>
            <a:ext cx="11718483" cy="3785652"/>
          </a:xfrm>
          <a:prstGeom prst="rect">
            <a:avLst/>
          </a:prstGeom>
          <a:noFill/>
          <a:ln>
            <a:solidFill>
              <a:schemeClr val="tx1"/>
            </a:solidFill>
          </a:ln>
        </p:spPr>
        <p:txBody>
          <a:bodyPr wrap="square">
            <a:spAutoFit/>
          </a:bodyPr>
          <a:lstStyle/>
          <a:p>
            <a:r>
              <a:rPr lang="en-AU" sz="1000" b="1" u="sng" dirty="0">
                <a:latin typeface="+mj-lt"/>
              </a:rPr>
              <a:t>Model Size and Architecture</a:t>
            </a:r>
          </a:p>
          <a:p>
            <a:r>
              <a:rPr lang="en-US" sz="1000" b="1" dirty="0">
                <a:latin typeface="+mj-lt"/>
              </a:rPr>
              <a:t>Large LLMs </a:t>
            </a:r>
            <a:r>
              <a:rPr lang="en-US" sz="1000" dirty="0">
                <a:latin typeface="+mj-lt"/>
              </a:rPr>
              <a:t>typically contain billions of parameters, enabling them to capture vast amounts of linguistic and world knowledge. </a:t>
            </a:r>
          </a:p>
          <a:p>
            <a:r>
              <a:rPr lang="en-US" sz="1000" b="1" dirty="0">
                <a:latin typeface="+mj-lt"/>
              </a:rPr>
              <a:t>Mini LLMs </a:t>
            </a:r>
            <a:r>
              <a:rPr lang="en-US" sz="1000" dirty="0">
                <a:latin typeface="+mj-lt"/>
              </a:rPr>
              <a:t>may have millions to low billions of parameters, significantly reducing memory and storage requirements. The smaller parameter count often restricts the model's ability to generalize or handle very nuanced tasks.</a:t>
            </a:r>
            <a:endParaRPr lang="en-AU" sz="1000" dirty="0">
              <a:latin typeface="+mj-lt"/>
            </a:endParaRPr>
          </a:p>
          <a:p>
            <a:endParaRPr lang="en-AU" sz="1000" b="1" dirty="0">
              <a:latin typeface="+mj-lt"/>
            </a:endParaRPr>
          </a:p>
          <a:p>
            <a:r>
              <a:rPr lang="en-AU" sz="1000" b="1" u="sng" dirty="0">
                <a:latin typeface="+mj-lt"/>
              </a:rPr>
              <a:t>Performance and Capabilities</a:t>
            </a:r>
          </a:p>
          <a:p>
            <a:r>
              <a:rPr lang="en-AU" sz="1000" b="1" dirty="0">
                <a:latin typeface="+mj-lt"/>
              </a:rPr>
              <a:t>Large LLMs</a:t>
            </a:r>
            <a:r>
              <a:rPr lang="en-AU" sz="1000" dirty="0">
                <a:latin typeface="+mj-lt"/>
              </a:rPr>
              <a:t> excel at tasks requiring complex reasoning, multi-turn dialogue, summarization of long text, and domain adaptation. Their size allows better handling of context and subtleties in language.</a:t>
            </a:r>
          </a:p>
          <a:p>
            <a:r>
              <a:rPr lang="en-AU" sz="1000" b="1" dirty="0">
                <a:latin typeface="+mj-lt"/>
              </a:rPr>
              <a:t>Mini LLMs</a:t>
            </a:r>
            <a:r>
              <a:rPr lang="en-AU" sz="1000" dirty="0">
                <a:latin typeface="+mj-lt"/>
              </a:rPr>
              <a:t> are faster and require less GPU memory, making them suitable for edge devices or real-time applications but can exhibit lower accuracy, less coherent text generation, and more sensitivity to ambiguous queries.</a:t>
            </a:r>
          </a:p>
          <a:p>
            <a:endParaRPr lang="en-AU" sz="1000" dirty="0">
              <a:latin typeface="+mj-lt"/>
            </a:endParaRPr>
          </a:p>
          <a:p>
            <a:r>
              <a:rPr lang="en-AU" sz="1000" b="1" u="sng" dirty="0">
                <a:latin typeface="+mj-lt"/>
              </a:rPr>
              <a:t>Resource Requirements</a:t>
            </a:r>
          </a:p>
          <a:p>
            <a:r>
              <a:rPr lang="en-AU" sz="1000" b="1" dirty="0">
                <a:latin typeface="+mj-lt"/>
              </a:rPr>
              <a:t>Large LLMs</a:t>
            </a:r>
            <a:r>
              <a:rPr lang="en-AU" sz="1000" dirty="0">
                <a:latin typeface="+mj-lt"/>
              </a:rPr>
              <a:t> need powerful hardware such as high-memory GPUs or TPUs for inference and training, making them costlier to deploy and operate.</a:t>
            </a:r>
          </a:p>
          <a:p>
            <a:r>
              <a:rPr lang="en-AU" sz="1000" b="1" dirty="0">
                <a:latin typeface="+mj-lt"/>
              </a:rPr>
              <a:t>Mini LLMs</a:t>
            </a:r>
            <a:r>
              <a:rPr lang="en-AU" sz="1000" dirty="0">
                <a:latin typeface="+mj-lt"/>
              </a:rPr>
              <a:t> can run on standard consumer-grade hardware or even mobile devices after optimization, with lower energy consumption and faster response times.</a:t>
            </a:r>
          </a:p>
          <a:p>
            <a:endParaRPr lang="en-AU" sz="1000" b="1" u="sng" dirty="0">
              <a:latin typeface="+mj-lt"/>
            </a:endParaRPr>
          </a:p>
          <a:p>
            <a:r>
              <a:rPr lang="en-AU" sz="1000" b="1" u="sng" dirty="0">
                <a:latin typeface="+mj-lt"/>
              </a:rPr>
              <a:t>Training and Fine-Tuning</a:t>
            </a:r>
          </a:p>
          <a:p>
            <a:r>
              <a:rPr lang="en-AU" sz="1000" b="1" dirty="0">
                <a:latin typeface="+mj-lt"/>
              </a:rPr>
              <a:t>Large LLMs </a:t>
            </a:r>
            <a:r>
              <a:rPr lang="en-AU" sz="1000" dirty="0">
                <a:latin typeface="+mj-lt"/>
              </a:rPr>
              <a:t>are often trained on </a:t>
            </a:r>
            <a:r>
              <a:rPr lang="en-AU" sz="1000" b="1" dirty="0">
                <a:latin typeface="+mj-lt"/>
              </a:rPr>
              <a:t>massive datasets</a:t>
            </a:r>
            <a:r>
              <a:rPr lang="en-AU" sz="1000" dirty="0">
                <a:latin typeface="+mj-lt"/>
              </a:rPr>
              <a:t>, requiring weeks of distributed training. Mini LLMs can often be fine-tuned quickly on smaller datasets using techniques like </a:t>
            </a:r>
            <a:r>
              <a:rPr lang="en-AU" sz="1000" b="1" dirty="0" err="1">
                <a:latin typeface="+mj-lt"/>
              </a:rPr>
              <a:t>LoRA</a:t>
            </a:r>
            <a:r>
              <a:rPr lang="en-AU" sz="1000" b="1" dirty="0">
                <a:latin typeface="+mj-lt"/>
              </a:rPr>
              <a:t> (Low-Rank Adaptation)</a:t>
            </a:r>
            <a:r>
              <a:rPr lang="en-AU" sz="1000" dirty="0">
                <a:latin typeface="+mj-lt"/>
              </a:rPr>
              <a:t> or </a:t>
            </a:r>
            <a:r>
              <a:rPr lang="en-AU" sz="1000" b="1" dirty="0">
                <a:latin typeface="+mj-lt"/>
              </a:rPr>
              <a:t>prompt tuning</a:t>
            </a:r>
            <a:r>
              <a:rPr lang="en-AU" sz="1000" dirty="0">
                <a:latin typeface="+mj-lt"/>
              </a:rPr>
              <a:t>, enabling task-specific adaptation with minimal compute resources.</a:t>
            </a:r>
          </a:p>
          <a:p>
            <a:endParaRPr lang="en-AU" sz="1000" b="1" u="sng" dirty="0">
              <a:latin typeface="+mj-lt"/>
            </a:endParaRPr>
          </a:p>
          <a:p>
            <a:r>
              <a:rPr lang="en-AU" sz="1000" b="1" u="sng" dirty="0">
                <a:latin typeface="+mj-lt"/>
              </a:rPr>
              <a:t>Applications</a:t>
            </a:r>
          </a:p>
          <a:p>
            <a:r>
              <a:rPr lang="en-AU" sz="1000" b="1" dirty="0">
                <a:latin typeface="+mj-lt"/>
              </a:rPr>
              <a:t>Large LLMs</a:t>
            </a:r>
            <a:r>
              <a:rPr lang="en-AU" sz="1000" dirty="0">
                <a:latin typeface="+mj-lt"/>
              </a:rPr>
              <a:t> are preferred for research, enterprise applications, multi-domain chatbots, and advanced content generation where quality and reasoning matter.</a:t>
            </a:r>
          </a:p>
          <a:p>
            <a:r>
              <a:rPr lang="en-AU" sz="1000" b="1" dirty="0">
                <a:latin typeface="+mj-lt"/>
              </a:rPr>
              <a:t>Mini LLMs</a:t>
            </a:r>
            <a:r>
              <a:rPr lang="en-AU" sz="1000" dirty="0">
                <a:latin typeface="+mj-lt"/>
              </a:rPr>
              <a:t> are useful for </a:t>
            </a:r>
            <a:r>
              <a:rPr lang="en-AU" sz="1000" b="1" dirty="0">
                <a:latin typeface="+mj-lt"/>
              </a:rPr>
              <a:t>on-device assistants</a:t>
            </a:r>
            <a:r>
              <a:rPr lang="en-AU" sz="1000" dirty="0">
                <a:latin typeface="+mj-lt"/>
              </a:rPr>
              <a:t>, smaller-scale NLP tasks, embedded systems, or applications where latency and cost are critical.</a:t>
            </a:r>
          </a:p>
          <a:p>
            <a:pPr marL="228600" marR="0" lvl="0" indent="-2286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1000" b="0" i="0" u="none" strike="noStrike" kern="1200" cap="none" spc="0" normalizeH="0" baseline="0" noProof="0" dirty="0">
              <a:ln>
                <a:noFill/>
              </a:ln>
              <a:solidFill>
                <a:prstClr val="black"/>
              </a:solidFill>
              <a:effectLst/>
              <a:uLnTx/>
              <a:uFillTx/>
              <a:latin typeface="+mj-lt"/>
              <a:ea typeface="+mn-ea"/>
              <a:cs typeface="+mn-cs"/>
            </a:endParaRPr>
          </a:p>
          <a:p>
            <a:pPr marL="228600" marR="0" lvl="0" indent="-2286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AU" sz="1000" dirty="0">
              <a:solidFill>
                <a:prstClr val="black"/>
              </a:solidFill>
              <a:latin typeface="+mj-lt"/>
            </a:endParaRPr>
          </a:p>
          <a:p>
            <a:pPr marR="0" lvl="0" algn="l" defTabSz="457200" rtl="0" eaLnBrk="1" fontAlgn="auto" latinLnBrk="0" hangingPunct="1">
              <a:lnSpc>
                <a:spcPct val="100000"/>
              </a:lnSpc>
              <a:spcBef>
                <a:spcPts val="0"/>
              </a:spcBef>
              <a:spcAft>
                <a:spcPts val="0"/>
              </a:spcAft>
              <a:buClrTx/>
              <a:buSzTx/>
              <a:tabLst/>
              <a:defRPr/>
            </a:pPr>
            <a:r>
              <a:rPr kumimoji="0" lang="en-AU" sz="1000" b="1" i="0" u="sng" strike="noStrike" kern="1200" cap="none" spc="0" normalizeH="0" baseline="0" noProof="0" dirty="0">
                <a:ln>
                  <a:noFill/>
                </a:ln>
                <a:solidFill>
                  <a:prstClr val="black"/>
                </a:solidFill>
                <a:effectLst/>
                <a:uLnTx/>
                <a:uFillTx/>
                <a:latin typeface="+mj-lt"/>
                <a:ea typeface="+mn-ea"/>
                <a:cs typeface="+mn-cs"/>
              </a:rPr>
              <a:t>SELECTION CRITERIA</a:t>
            </a:r>
          </a:p>
          <a:p>
            <a:pPr lvl="0"/>
            <a:r>
              <a:rPr lang="en-AU" sz="1000" dirty="0">
                <a:latin typeface="+mj-lt"/>
              </a:rPr>
              <a:t>Choosing between large and mini LLMs involves balancing </a:t>
            </a:r>
            <a:r>
              <a:rPr lang="en-AU" sz="1000" b="1" dirty="0">
                <a:latin typeface="+mj-lt"/>
              </a:rPr>
              <a:t>accuracy, speed, deployment cost, and resource availability</a:t>
            </a:r>
            <a:r>
              <a:rPr lang="en-AU" sz="1000" dirty="0">
                <a:latin typeface="+mj-lt"/>
              </a:rPr>
              <a:t>. Large models generally provide superior capabilities but at high cost, whereas smaller models offer efficiency at the expense of nuanced performance. In many practical scenarios, </a:t>
            </a:r>
            <a:r>
              <a:rPr lang="en-AU" sz="1000" b="1" dirty="0">
                <a:latin typeface="+mj-lt"/>
              </a:rPr>
              <a:t>distilled or optimized mini LLMs</a:t>
            </a:r>
            <a:r>
              <a:rPr lang="en-AU" sz="1000" dirty="0">
                <a:latin typeface="+mj-lt"/>
              </a:rPr>
              <a:t> provide an effective compromise, retaining much of the performance of large models while being resource-friendly.</a:t>
            </a:r>
            <a:endParaRPr kumimoji="0" lang="en-AU" sz="1000" b="1" i="0" u="sng" strike="noStrike" kern="1200" cap="none" spc="0" normalizeH="0" baseline="0" noProof="0" dirty="0">
              <a:ln>
                <a:noFill/>
              </a:ln>
              <a:solidFill>
                <a:prstClr val="black"/>
              </a:solidFill>
              <a:effectLst/>
              <a:uLnTx/>
              <a:uFillTx/>
              <a:latin typeface="+mj-lt"/>
              <a:ea typeface="+mn-ea"/>
              <a:cs typeface="+mn-cs"/>
            </a:endParaRPr>
          </a:p>
        </p:txBody>
      </p:sp>
    </p:spTree>
    <p:extLst>
      <p:ext uri="{BB962C8B-B14F-4D97-AF65-F5344CB8AC3E}">
        <p14:creationId xmlns:p14="http://schemas.microsoft.com/office/powerpoint/2010/main" val="499641120"/>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ADF4B506-F4F2-E47E-DCAC-B42DEC8E741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61D3925-6086-7931-99E1-01C1FBADC606}"/>
              </a:ext>
            </a:extLst>
          </p:cNvPr>
          <p:cNvSpPr txBox="1"/>
          <p:nvPr/>
        </p:nvSpPr>
        <p:spPr>
          <a:xfrm>
            <a:off x="200778" y="-26130"/>
            <a:ext cx="100584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dirty="0">
                <a:ln>
                  <a:noFill/>
                </a:ln>
                <a:solidFill>
                  <a:prstClr val="black"/>
                </a:solidFill>
                <a:effectLst/>
                <a:uLnTx/>
                <a:uFillTx/>
                <a:latin typeface="Aptos" panose="02110004020202020204"/>
                <a:ea typeface="+mn-ea"/>
                <a:cs typeface="+mn-cs"/>
              </a:rPr>
              <a:t>Concept - ML</a:t>
            </a:r>
            <a:endParaRPr kumimoji="0" sz="30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1D6069FC-D291-36E4-1C3A-03B30306AD0E}"/>
              </a:ext>
            </a:extLst>
          </p:cNvPr>
          <p:cNvSpPr/>
          <p:nvPr/>
        </p:nvSpPr>
        <p:spPr>
          <a:xfrm>
            <a:off x="321882" y="484288"/>
            <a:ext cx="3047695" cy="36576"/>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792DBFB5-6FF3-4CD9-BFA8-A2B17312AA69}"/>
              </a:ext>
            </a:extLst>
          </p:cNvPr>
          <p:cNvSpPr txBox="1"/>
          <p:nvPr/>
        </p:nvSpPr>
        <p:spPr>
          <a:xfrm>
            <a:off x="285448" y="633941"/>
            <a:ext cx="8545285" cy="6186309"/>
          </a:xfrm>
          <a:prstGeom prst="rect">
            <a:avLst/>
          </a:prstGeom>
          <a:noFill/>
          <a:ln>
            <a:solidFill>
              <a:schemeClr val="tx1"/>
            </a:solidFill>
          </a:ln>
        </p:spPr>
        <p:txBody>
          <a:bodyPr wrap="square">
            <a:spAutoFit/>
          </a:bodyPr>
          <a:lstStyle/>
          <a:p>
            <a:r>
              <a:rPr lang="en-AU" sz="900" dirty="0">
                <a:latin typeface="+mj-lt"/>
              </a:rPr>
              <a:t>Machine learning is a </a:t>
            </a:r>
            <a:r>
              <a:rPr lang="en-AU" sz="900" b="1" dirty="0">
                <a:latin typeface="+mj-lt"/>
              </a:rPr>
              <a:t>subset of AI</a:t>
            </a:r>
            <a:r>
              <a:rPr lang="en-AU" sz="900" dirty="0">
                <a:latin typeface="+mj-lt"/>
              </a:rPr>
              <a:t> where computers </a:t>
            </a:r>
            <a:r>
              <a:rPr lang="en-AU" sz="900" b="1" dirty="0">
                <a:latin typeface="+mj-lt"/>
              </a:rPr>
              <a:t>learn from data</a:t>
            </a:r>
            <a:r>
              <a:rPr lang="en-AU" sz="900" dirty="0">
                <a:latin typeface="+mj-lt"/>
              </a:rPr>
              <a:t> instead of being explicitly programmed. For example, showing a computer, thousands of pictures of cats and dogs allows it to learn how to identify cats automatically. ML is behind many AI applications today, such as recommendation systems on Netflix or fraud detection in banks.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1" i="0" u="sng" strike="noStrike" kern="1200" cap="none" spc="0" normalizeH="0" baseline="0" noProof="0" dirty="0">
              <a:ln>
                <a:noFill/>
              </a:ln>
              <a:solidFill>
                <a:prstClr val="black"/>
              </a:solidFill>
              <a:effectLst/>
              <a:uLnTx/>
              <a:uFillTx/>
              <a:latin typeface="+mj-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1" i="0" u="sng" strike="noStrike" kern="1200" cap="none" spc="0" normalizeH="0" baseline="0" noProof="0" dirty="0">
                <a:ln>
                  <a:noFill/>
                </a:ln>
                <a:solidFill>
                  <a:prstClr val="black"/>
                </a:solidFill>
                <a:effectLst/>
                <a:uLnTx/>
                <a:uFillTx/>
                <a:latin typeface="+mj-lt"/>
                <a:ea typeface="+mn-ea"/>
                <a:cs typeface="+mn-cs"/>
              </a:rPr>
              <a:t>TECHNIQUEs</a:t>
            </a:r>
          </a:p>
          <a:p>
            <a:pPr marL="171450" indent="-171450">
              <a:buFont typeface="Arial" panose="020B0604020202020204" pitchFamily="34" charset="0"/>
              <a:buChar char="•"/>
            </a:pPr>
            <a:r>
              <a:rPr lang="en-AU" sz="900" b="1" dirty="0">
                <a:latin typeface="+mj-lt"/>
              </a:rPr>
              <a:t>Supervised Learning</a:t>
            </a:r>
          </a:p>
          <a:p>
            <a:r>
              <a:rPr lang="en-AU" sz="900" dirty="0">
                <a:latin typeface="+mj-lt"/>
              </a:rPr>
              <a:t>Supervised learning involves training a model on a labelled dataset, meaning each input has a corresponding output. The objective is to </a:t>
            </a:r>
            <a:r>
              <a:rPr lang="en-AU" sz="900" b="1" dirty="0">
                <a:latin typeface="+mj-lt"/>
              </a:rPr>
              <a:t>predict outputs from new inputs</a:t>
            </a:r>
            <a:r>
              <a:rPr lang="en-AU" sz="900" dirty="0">
                <a:latin typeface="+mj-lt"/>
              </a:rPr>
              <a:t>. </a:t>
            </a:r>
          </a:p>
          <a:p>
            <a:r>
              <a:rPr lang="en-AU" sz="900" dirty="0">
                <a:latin typeface="+mj-lt"/>
              </a:rPr>
              <a:t>Common techniques include:</a:t>
            </a:r>
          </a:p>
          <a:p>
            <a:pPr marL="628650" lvl="1" indent="-171450">
              <a:buFont typeface="Arial" panose="020B0604020202020204" pitchFamily="34" charset="0"/>
              <a:buChar char="•"/>
            </a:pPr>
            <a:r>
              <a:rPr lang="en-AU" sz="900" b="1" dirty="0">
                <a:latin typeface="+mj-lt"/>
              </a:rPr>
              <a:t>Regression</a:t>
            </a:r>
            <a:r>
              <a:rPr lang="en-AU" sz="900" dirty="0">
                <a:latin typeface="+mj-lt"/>
              </a:rPr>
              <a:t>: Predicts continuous values (e.g., house prices, temperature). Algorithms include Linear Regression, Ridge Regression, Lasso Regression.</a:t>
            </a:r>
          </a:p>
          <a:p>
            <a:pPr marL="628650" lvl="1" indent="-171450">
              <a:buFont typeface="Arial" panose="020B0604020202020204" pitchFamily="34" charset="0"/>
              <a:buChar char="•"/>
            </a:pPr>
            <a:r>
              <a:rPr lang="en-AU" sz="900" b="1" dirty="0">
                <a:latin typeface="+mj-lt"/>
              </a:rPr>
              <a:t>Classification</a:t>
            </a:r>
            <a:r>
              <a:rPr lang="en-AU" sz="900" dirty="0">
                <a:latin typeface="+mj-lt"/>
              </a:rPr>
              <a:t>: Predicts discrete categories (e.g., spam detection, disease diagnosis). Algorithms include Logistic Regression, Decision Trees, Random Forests, Support Vector Machines (SVM), k-Nearest </a:t>
            </a:r>
            <a:r>
              <a:rPr lang="en-AU" sz="900" dirty="0" err="1">
                <a:latin typeface="+mj-lt"/>
              </a:rPr>
              <a:t>Neighbors</a:t>
            </a:r>
            <a:r>
              <a:rPr lang="en-AU" sz="900" dirty="0">
                <a:latin typeface="+mj-lt"/>
              </a:rPr>
              <a:t> (k-NN), and Neural Networks.</a:t>
            </a:r>
          </a:p>
          <a:p>
            <a:endParaRPr lang="en-AU" sz="900" dirty="0">
              <a:latin typeface="+mj-lt"/>
            </a:endParaRPr>
          </a:p>
          <a:p>
            <a:pPr marL="171450" indent="-171450">
              <a:buFont typeface="Arial" panose="020B0604020202020204" pitchFamily="34" charset="0"/>
              <a:buChar char="•"/>
            </a:pPr>
            <a:r>
              <a:rPr lang="en-AU" sz="900" b="1" dirty="0">
                <a:latin typeface="+mj-lt"/>
              </a:rPr>
              <a:t>Unsupervised Learning</a:t>
            </a:r>
          </a:p>
          <a:p>
            <a:r>
              <a:rPr lang="en-AU" sz="900" dirty="0">
                <a:latin typeface="+mj-lt"/>
              </a:rPr>
              <a:t>Unsupervised learning models work with </a:t>
            </a:r>
            <a:r>
              <a:rPr lang="en-AU" sz="900" b="1" dirty="0">
                <a:latin typeface="+mj-lt"/>
              </a:rPr>
              <a:t>unlabelled data</a:t>
            </a:r>
            <a:r>
              <a:rPr lang="en-AU" sz="900" dirty="0">
                <a:latin typeface="+mj-lt"/>
              </a:rPr>
              <a:t>, finding patterns, structures, or relationships without predefined outcomes. </a:t>
            </a:r>
          </a:p>
          <a:p>
            <a:r>
              <a:rPr lang="en-AU" sz="900" dirty="0">
                <a:latin typeface="+mj-lt"/>
              </a:rPr>
              <a:t>Common techniques include:</a:t>
            </a:r>
          </a:p>
          <a:p>
            <a:pPr marL="628650" lvl="1" indent="-171450">
              <a:buFont typeface="Arial" panose="020B0604020202020204" pitchFamily="34" charset="0"/>
              <a:buChar char="•"/>
            </a:pPr>
            <a:r>
              <a:rPr lang="en-AU" sz="900" b="1" dirty="0">
                <a:latin typeface="+mj-lt"/>
              </a:rPr>
              <a:t>Clustering</a:t>
            </a:r>
            <a:r>
              <a:rPr lang="en-AU" sz="900" dirty="0">
                <a:latin typeface="+mj-lt"/>
              </a:rPr>
              <a:t>: Groups similar data points together. Examples: k-Means, Hierarchical Clustering, DBSCAN.</a:t>
            </a:r>
          </a:p>
          <a:p>
            <a:pPr marL="628650" lvl="1" indent="-171450">
              <a:buFont typeface="Arial" panose="020B0604020202020204" pitchFamily="34" charset="0"/>
              <a:buChar char="•"/>
            </a:pPr>
            <a:r>
              <a:rPr lang="en-AU" sz="900" b="1" dirty="0">
                <a:latin typeface="+mj-lt"/>
              </a:rPr>
              <a:t>Dimensionality Reduction</a:t>
            </a:r>
            <a:r>
              <a:rPr lang="en-AU" sz="900" dirty="0">
                <a:latin typeface="+mj-lt"/>
              </a:rPr>
              <a:t>: Reduces the number of features while retaining important information. Examples: Principal Component Analysis (PCA), t-SNE, Autoencoders.</a:t>
            </a:r>
          </a:p>
          <a:p>
            <a:pPr marL="628650" lvl="1" indent="-171450">
              <a:buFont typeface="Arial" panose="020B0604020202020204" pitchFamily="34" charset="0"/>
              <a:buChar char="•"/>
            </a:pPr>
            <a:r>
              <a:rPr lang="en-AU" sz="900" b="1" dirty="0">
                <a:latin typeface="+mj-lt"/>
              </a:rPr>
              <a:t>Association Rule Learning</a:t>
            </a:r>
            <a:r>
              <a:rPr lang="en-AU" sz="900" dirty="0">
                <a:latin typeface="+mj-lt"/>
              </a:rPr>
              <a:t>: Discovers relationships between variables, such as in market basket analysis. Example: </a:t>
            </a:r>
            <a:r>
              <a:rPr lang="en-AU" sz="900" dirty="0" err="1">
                <a:latin typeface="+mj-lt"/>
              </a:rPr>
              <a:t>Apriori</a:t>
            </a:r>
            <a:r>
              <a:rPr lang="en-AU" sz="900" dirty="0">
                <a:latin typeface="+mj-lt"/>
              </a:rPr>
              <a:t> algorithm.</a:t>
            </a:r>
            <a:br>
              <a:rPr lang="en-AU" sz="900" dirty="0">
                <a:latin typeface="+mj-lt"/>
              </a:rPr>
            </a:br>
            <a:endParaRPr lang="en-AU" sz="900" dirty="0">
              <a:latin typeface="+mj-lt"/>
            </a:endParaRPr>
          </a:p>
          <a:p>
            <a:pPr marL="171450" indent="-171450">
              <a:buFont typeface="Arial" panose="020B0604020202020204" pitchFamily="34" charset="0"/>
              <a:buChar char="•"/>
            </a:pPr>
            <a:r>
              <a:rPr lang="en-AU" sz="900" b="1" dirty="0">
                <a:latin typeface="+mj-lt"/>
              </a:rPr>
              <a:t>Semi-Supervised Learning</a:t>
            </a:r>
          </a:p>
          <a:p>
            <a:r>
              <a:rPr lang="en-AU" sz="900" dirty="0">
                <a:latin typeface="+mj-lt"/>
              </a:rPr>
              <a:t>This is a hybrid approach using a </a:t>
            </a:r>
            <a:r>
              <a:rPr lang="en-AU" sz="900" b="1" dirty="0">
                <a:latin typeface="+mj-lt"/>
              </a:rPr>
              <a:t>small amount of labelled data and a large amount of unlabelled data</a:t>
            </a:r>
            <a:r>
              <a:rPr lang="en-AU" sz="900" dirty="0">
                <a:latin typeface="+mj-lt"/>
              </a:rPr>
              <a:t> to improve learning accuracy. </a:t>
            </a:r>
            <a:br>
              <a:rPr lang="en-AU" sz="900" dirty="0">
                <a:latin typeface="+mj-lt"/>
              </a:rPr>
            </a:br>
            <a:r>
              <a:rPr lang="en-AU" sz="900" dirty="0">
                <a:latin typeface="+mj-lt"/>
              </a:rPr>
              <a:t>Techniques often extend supervised learning algorithms with methods like self-training or graph-based approaches.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1" i="0" u="sng" strike="noStrike" kern="1200" cap="none" spc="0" normalizeH="0" baseline="0" noProof="0" dirty="0">
              <a:ln>
                <a:noFill/>
              </a:ln>
              <a:solidFill>
                <a:prstClr val="black"/>
              </a:solidFill>
              <a:effectLst/>
              <a:uLnTx/>
              <a:uFillTx/>
              <a:latin typeface="+mj-lt"/>
              <a:ea typeface="+mn-ea"/>
              <a:cs typeface="+mn-cs"/>
            </a:endParaRPr>
          </a:p>
          <a:p>
            <a:pPr marL="171450" indent="-171450">
              <a:buFont typeface="Arial" panose="020B0604020202020204" pitchFamily="34" charset="0"/>
              <a:buChar char="•"/>
            </a:pPr>
            <a:r>
              <a:rPr lang="en-AU" sz="900" b="1" dirty="0">
                <a:latin typeface="+mj-lt"/>
              </a:rPr>
              <a:t>Reinforcement Learning (RL)</a:t>
            </a:r>
          </a:p>
          <a:p>
            <a:r>
              <a:rPr lang="en-AU" sz="900" dirty="0">
                <a:latin typeface="+mj-lt"/>
              </a:rPr>
              <a:t>RL focuses on </a:t>
            </a:r>
            <a:r>
              <a:rPr lang="en-AU" sz="900" b="1" dirty="0">
                <a:latin typeface="+mj-lt"/>
              </a:rPr>
              <a:t>training agents to make sequential decisions</a:t>
            </a:r>
            <a:r>
              <a:rPr lang="en-AU" sz="900" dirty="0">
                <a:latin typeface="+mj-lt"/>
              </a:rPr>
              <a:t> by interacting with an environment and receiving rewards or penalties. </a:t>
            </a:r>
          </a:p>
          <a:p>
            <a:r>
              <a:rPr lang="en-AU" sz="900" dirty="0">
                <a:latin typeface="+mj-lt"/>
              </a:rPr>
              <a:t>Core techniques include:</a:t>
            </a:r>
          </a:p>
          <a:p>
            <a:pPr marL="628650" lvl="1" indent="-171450">
              <a:buFont typeface="Arial" panose="020B0604020202020204" pitchFamily="34" charset="0"/>
              <a:buChar char="•"/>
            </a:pPr>
            <a:r>
              <a:rPr lang="en-AU" sz="900" b="1" dirty="0">
                <a:latin typeface="+mj-lt"/>
              </a:rPr>
              <a:t>Q-Learning</a:t>
            </a:r>
            <a:r>
              <a:rPr lang="en-AU" sz="900" dirty="0">
                <a:latin typeface="+mj-lt"/>
              </a:rPr>
              <a:t> and </a:t>
            </a:r>
            <a:r>
              <a:rPr lang="en-AU" sz="900" b="1" dirty="0">
                <a:latin typeface="+mj-lt"/>
              </a:rPr>
              <a:t>Deep Q-Networks (DQN)</a:t>
            </a:r>
            <a:r>
              <a:rPr lang="en-AU" sz="900" dirty="0">
                <a:latin typeface="+mj-lt"/>
              </a:rPr>
              <a:t>: Learn optimal action-value functions.</a:t>
            </a:r>
          </a:p>
          <a:p>
            <a:pPr marL="628650" lvl="1" indent="-171450">
              <a:buFont typeface="Arial" panose="020B0604020202020204" pitchFamily="34" charset="0"/>
              <a:buChar char="•"/>
            </a:pPr>
            <a:r>
              <a:rPr lang="en-AU" sz="900" b="1" dirty="0">
                <a:latin typeface="+mj-lt"/>
              </a:rPr>
              <a:t>Policy Gradient Methods</a:t>
            </a:r>
            <a:r>
              <a:rPr lang="en-AU" sz="900" dirty="0">
                <a:latin typeface="+mj-lt"/>
              </a:rPr>
              <a:t>: Directly optimize the policy mapping states to actions.</a:t>
            </a:r>
          </a:p>
          <a:p>
            <a:pPr marL="628650" lvl="1" indent="-171450">
              <a:buFont typeface="Arial" panose="020B0604020202020204" pitchFamily="34" charset="0"/>
              <a:buChar char="•"/>
            </a:pPr>
            <a:r>
              <a:rPr lang="en-AU" sz="900" b="1" dirty="0">
                <a:latin typeface="+mj-lt"/>
              </a:rPr>
              <a:t>Actor-Critic Methods</a:t>
            </a:r>
            <a:r>
              <a:rPr lang="en-AU" sz="900" dirty="0">
                <a:latin typeface="+mj-lt"/>
              </a:rPr>
              <a:t>: Combine value-based and policy-based approaches for stability.</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1" i="0" u="sng" strike="noStrike" kern="1200" cap="none" spc="0" normalizeH="0" baseline="0" noProof="0" dirty="0">
              <a:ln>
                <a:noFill/>
              </a:ln>
              <a:solidFill>
                <a:prstClr val="black"/>
              </a:solidFill>
              <a:effectLst/>
              <a:uLnTx/>
              <a:uFillTx/>
              <a:latin typeface="+mj-lt"/>
              <a:ea typeface="+mn-ea"/>
              <a:cs typeface="+mn-cs"/>
            </a:endParaRPr>
          </a:p>
          <a:p>
            <a:pPr marL="171450" indent="-171450">
              <a:buFont typeface="Arial" panose="020B0604020202020204" pitchFamily="34" charset="0"/>
              <a:buChar char="•"/>
            </a:pPr>
            <a:r>
              <a:rPr lang="en-AU" sz="900" b="1" dirty="0">
                <a:latin typeface="+mj-lt"/>
              </a:rPr>
              <a:t>Deep Learning</a:t>
            </a:r>
          </a:p>
          <a:p>
            <a:r>
              <a:rPr lang="en-AU" sz="900" dirty="0">
                <a:latin typeface="+mj-lt"/>
              </a:rPr>
              <a:t>Deep learning involves </a:t>
            </a:r>
            <a:r>
              <a:rPr lang="en-AU" sz="900" b="1" dirty="0">
                <a:latin typeface="+mj-lt"/>
              </a:rPr>
              <a:t>neural networks with multiple layers</a:t>
            </a:r>
            <a:r>
              <a:rPr lang="en-AU" sz="900" dirty="0">
                <a:latin typeface="+mj-lt"/>
              </a:rPr>
              <a:t> (deep architectures) capable of learning high-level representations from raw data. </a:t>
            </a:r>
          </a:p>
          <a:p>
            <a:r>
              <a:rPr lang="en-AU" sz="900" dirty="0">
                <a:latin typeface="+mj-lt"/>
              </a:rPr>
              <a:t>Techniques include:</a:t>
            </a:r>
          </a:p>
          <a:p>
            <a:pPr marL="171450" indent="-171450">
              <a:buFont typeface="Arial" panose="020B0604020202020204" pitchFamily="34" charset="0"/>
              <a:buChar char="•"/>
            </a:pPr>
            <a:r>
              <a:rPr lang="en-AU" sz="900" b="1" dirty="0">
                <a:latin typeface="+mj-lt"/>
              </a:rPr>
              <a:t>Convolutional Neural Networks (CNNs)</a:t>
            </a:r>
            <a:r>
              <a:rPr lang="en-AU" sz="900" dirty="0">
                <a:latin typeface="+mj-lt"/>
              </a:rPr>
              <a:t>: Specialized for image and video analysis.</a:t>
            </a:r>
          </a:p>
          <a:p>
            <a:pPr marL="171450" indent="-171450">
              <a:buFont typeface="Arial" panose="020B0604020202020204" pitchFamily="34" charset="0"/>
              <a:buChar char="•"/>
            </a:pPr>
            <a:r>
              <a:rPr lang="en-AU" sz="900" b="1" dirty="0">
                <a:latin typeface="+mj-lt"/>
              </a:rPr>
              <a:t>Recurrent Neural Networks (RNNs) and LSTM/GRU</a:t>
            </a:r>
            <a:r>
              <a:rPr lang="en-AU" sz="900" dirty="0">
                <a:latin typeface="+mj-lt"/>
              </a:rPr>
              <a:t>: Designed for sequential or time-series data like language, speech, and stock prices.</a:t>
            </a:r>
          </a:p>
          <a:p>
            <a:pPr marL="171450" indent="-171450">
              <a:buFont typeface="Arial" panose="020B0604020202020204" pitchFamily="34" charset="0"/>
              <a:buChar char="•"/>
            </a:pPr>
            <a:r>
              <a:rPr lang="en-AU" sz="900" b="1" dirty="0">
                <a:latin typeface="+mj-lt"/>
              </a:rPr>
              <a:t>Generative Adversarial Networks (GANs)</a:t>
            </a:r>
            <a:r>
              <a:rPr lang="en-AU" sz="900" dirty="0">
                <a:latin typeface="+mj-lt"/>
              </a:rPr>
              <a:t>: For generating new, realistic examples in images, text, or audio.</a:t>
            </a:r>
          </a:p>
          <a:p>
            <a:pPr marL="171450" indent="-171450">
              <a:buFont typeface="Arial" panose="020B0604020202020204" pitchFamily="34" charset="0"/>
              <a:buChar char="•"/>
            </a:pPr>
            <a:r>
              <a:rPr lang="en-AU" sz="900" b="1" dirty="0">
                <a:latin typeface="+mj-lt"/>
              </a:rPr>
              <a:t>Transformers</a:t>
            </a:r>
            <a:r>
              <a:rPr lang="en-AU" sz="900" dirty="0">
                <a:latin typeface="+mj-lt"/>
              </a:rPr>
              <a:t>: State-of-the-art for natural language processing and large-scale sequence modelling.</a:t>
            </a:r>
          </a:p>
          <a:p>
            <a:endParaRPr lang="en-AU" sz="900" b="1" dirty="0">
              <a:latin typeface="+mj-lt"/>
            </a:endParaRPr>
          </a:p>
          <a:p>
            <a:pPr marL="171450" indent="-171450">
              <a:buFont typeface="Arial" panose="020B0604020202020204" pitchFamily="34" charset="0"/>
              <a:buChar char="•"/>
            </a:pPr>
            <a:r>
              <a:rPr lang="en-AU" sz="900" b="1" dirty="0">
                <a:latin typeface="+mj-lt"/>
              </a:rPr>
              <a:t>Ensemble Methods</a:t>
            </a:r>
          </a:p>
          <a:p>
            <a:r>
              <a:rPr lang="en-AU" sz="900" dirty="0">
                <a:latin typeface="+mj-lt"/>
              </a:rPr>
              <a:t>Ensemble techniques combine predictions from </a:t>
            </a:r>
            <a:r>
              <a:rPr lang="en-AU" sz="900" b="1" dirty="0">
                <a:latin typeface="+mj-lt"/>
              </a:rPr>
              <a:t>multiple models</a:t>
            </a:r>
            <a:r>
              <a:rPr lang="en-AU" sz="900" dirty="0">
                <a:latin typeface="+mj-lt"/>
              </a:rPr>
              <a:t> to improve accuracy and robustness. </a:t>
            </a:r>
          </a:p>
          <a:p>
            <a:r>
              <a:rPr lang="en-AU" sz="900" dirty="0">
                <a:latin typeface="+mj-lt"/>
              </a:rPr>
              <a:t>Common approaches include:</a:t>
            </a:r>
          </a:p>
          <a:p>
            <a:pPr marL="171450" indent="-171450">
              <a:buFont typeface="Arial" panose="020B0604020202020204" pitchFamily="34" charset="0"/>
              <a:buChar char="•"/>
            </a:pPr>
            <a:r>
              <a:rPr lang="en-AU" sz="900" b="1" dirty="0">
                <a:latin typeface="+mj-lt"/>
              </a:rPr>
              <a:t>Bagging</a:t>
            </a:r>
            <a:r>
              <a:rPr lang="en-AU" sz="900" dirty="0">
                <a:latin typeface="+mj-lt"/>
              </a:rPr>
              <a:t>: Reduces variance by averaging predictions (e.g., Random Forests).</a:t>
            </a:r>
          </a:p>
          <a:p>
            <a:pPr marL="171450" indent="-171450">
              <a:buFont typeface="Arial" panose="020B0604020202020204" pitchFamily="34" charset="0"/>
              <a:buChar char="•"/>
            </a:pPr>
            <a:r>
              <a:rPr lang="en-AU" sz="900" b="1" dirty="0">
                <a:latin typeface="+mj-lt"/>
              </a:rPr>
              <a:t>Boosting</a:t>
            </a:r>
            <a:r>
              <a:rPr lang="en-AU" sz="900" dirty="0">
                <a:latin typeface="+mj-lt"/>
              </a:rPr>
              <a:t>: Sequentially improves weak learners to reduce bias (e.g., AdaBoost, Gradient Boosting, </a:t>
            </a:r>
            <a:r>
              <a:rPr lang="en-AU" sz="900" dirty="0" err="1">
                <a:latin typeface="+mj-lt"/>
              </a:rPr>
              <a:t>XGBoost</a:t>
            </a:r>
            <a:r>
              <a:rPr lang="en-AU" sz="900" dirty="0">
                <a:latin typeface="+mj-lt"/>
              </a:rPr>
              <a:t>, </a:t>
            </a:r>
            <a:r>
              <a:rPr lang="en-AU" sz="900" dirty="0" err="1">
                <a:latin typeface="+mj-lt"/>
              </a:rPr>
              <a:t>LightGBM</a:t>
            </a:r>
            <a:r>
              <a:rPr lang="en-AU" sz="900" dirty="0">
                <a:latin typeface="+mj-lt"/>
              </a:rPr>
              <a:t>).</a:t>
            </a:r>
          </a:p>
          <a:p>
            <a:pPr marL="171450" indent="-171450">
              <a:buFont typeface="Arial" panose="020B0604020202020204" pitchFamily="34" charset="0"/>
              <a:buChar char="•"/>
            </a:pPr>
            <a:r>
              <a:rPr lang="en-AU" sz="900" b="1" dirty="0">
                <a:latin typeface="+mj-lt"/>
              </a:rPr>
              <a:t>Stacking</a:t>
            </a:r>
            <a:r>
              <a:rPr lang="en-AU" sz="900" dirty="0">
                <a:latin typeface="+mj-lt"/>
              </a:rPr>
              <a:t>: Combines different model types using a meta-learner for final predictions.</a:t>
            </a:r>
          </a:p>
        </p:txBody>
      </p:sp>
      <p:sp>
        <p:nvSpPr>
          <p:cNvPr id="4" name="TextBox 3">
            <a:extLst>
              <a:ext uri="{FF2B5EF4-FFF2-40B4-BE49-F238E27FC236}">
                <a16:creationId xmlns:a16="http://schemas.microsoft.com/office/drawing/2014/main" id="{B8BBC833-01F9-C7EC-ACB0-7D491977F0FC}"/>
              </a:ext>
            </a:extLst>
          </p:cNvPr>
          <p:cNvSpPr txBox="1"/>
          <p:nvPr/>
        </p:nvSpPr>
        <p:spPr>
          <a:xfrm>
            <a:off x="8966200" y="2239812"/>
            <a:ext cx="3107267" cy="1938992"/>
          </a:xfrm>
          <a:prstGeom prst="rect">
            <a:avLst/>
          </a:prstGeom>
          <a:noFill/>
          <a:ln>
            <a:solidFill>
              <a:schemeClr val="tx1"/>
            </a:solidFill>
          </a:ln>
        </p:spPr>
        <p:txBody>
          <a:bodyPr wrap="square">
            <a:spAutoFit/>
          </a:bodyPr>
          <a:lstStyle/>
          <a:p>
            <a:pPr indent="0" algn="l">
              <a:buNone/>
            </a:pPr>
            <a:r>
              <a:rPr lang="en-AU" sz="1000" b="0" i="0" dirty="0">
                <a:effectLst/>
                <a:latin typeface="+mj-lt"/>
              </a:rPr>
              <a:t>Machine learning offers a variety of techniques tailored to the type of data and problem goals:</a:t>
            </a:r>
          </a:p>
          <a:p>
            <a:pPr indent="0" algn="l">
              <a:buNone/>
            </a:pPr>
            <a:endParaRPr lang="en-AU" sz="1000" b="0" i="0" dirty="0">
              <a:effectLst/>
              <a:latin typeface="+mj-lt"/>
            </a:endParaRPr>
          </a:p>
          <a:p>
            <a:pPr marL="171450" marR="0" indent="-171450">
              <a:buFont typeface="Arial" panose="020B0604020202020204" pitchFamily="34" charset="0"/>
              <a:buChar char="•"/>
            </a:pPr>
            <a:r>
              <a:rPr lang="en-AU" sz="1000" b="1" i="0" dirty="0">
                <a:effectLst/>
                <a:latin typeface="+mj-lt"/>
              </a:rPr>
              <a:t>Supervised learning</a:t>
            </a:r>
            <a:r>
              <a:rPr lang="en-AU" sz="1000" b="0" i="0" dirty="0">
                <a:effectLst/>
                <a:latin typeface="+mj-lt"/>
              </a:rPr>
              <a:t> for labelled data prediction</a:t>
            </a:r>
          </a:p>
          <a:p>
            <a:pPr marL="171450" marR="0" indent="-171450">
              <a:buFont typeface="Arial" panose="020B0604020202020204" pitchFamily="34" charset="0"/>
              <a:buChar char="•"/>
            </a:pPr>
            <a:r>
              <a:rPr lang="en-AU" sz="1000" b="1" i="0" dirty="0">
                <a:effectLst/>
                <a:latin typeface="+mj-lt"/>
              </a:rPr>
              <a:t>Unsupervised learning</a:t>
            </a:r>
            <a:r>
              <a:rPr lang="en-AU" sz="1000" b="0" i="0" dirty="0">
                <a:effectLst/>
                <a:latin typeface="+mj-lt"/>
              </a:rPr>
              <a:t> for pattern discovery in unlabelled data</a:t>
            </a:r>
          </a:p>
          <a:p>
            <a:pPr marL="171450" marR="0" indent="-171450">
              <a:buFont typeface="Arial" panose="020B0604020202020204" pitchFamily="34" charset="0"/>
              <a:buChar char="•"/>
            </a:pPr>
            <a:r>
              <a:rPr lang="en-AU" sz="1000" b="1" i="0" dirty="0">
                <a:effectLst/>
                <a:latin typeface="+mj-lt"/>
              </a:rPr>
              <a:t>Semi-supervised learning</a:t>
            </a:r>
            <a:r>
              <a:rPr lang="en-AU" sz="1000" b="0" i="0" dirty="0">
                <a:effectLst/>
                <a:latin typeface="+mj-lt"/>
              </a:rPr>
              <a:t> for partially labelled datasets</a:t>
            </a:r>
          </a:p>
          <a:p>
            <a:pPr marL="171450" marR="0" indent="-171450">
              <a:buFont typeface="Arial" panose="020B0604020202020204" pitchFamily="34" charset="0"/>
              <a:buChar char="•"/>
            </a:pPr>
            <a:r>
              <a:rPr lang="en-AU" sz="1000" b="1" i="0" dirty="0">
                <a:effectLst/>
                <a:latin typeface="+mj-lt"/>
              </a:rPr>
              <a:t>Reinforcement learning</a:t>
            </a:r>
            <a:r>
              <a:rPr lang="en-AU" sz="1000" b="0" i="0" dirty="0">
                <a:effectLst/>
                <a:latin typeface="+mj-lt"/>
              </a:rPr>
              <a:t> for sequential decision-making tasks</a:t>
            </a:r>
          </a:p>
          <a:p>
            <a:pPr marL="171450" marR="0" indent="-171450">
              <a:buFont typeface="Arial" panose="020B0604020202020204" pitchFamily="34" charset="0"/>
              <a:buChar char="•"/>
            </a:pPr>
            <a:r>
              <a:rPr lang="en-AU" sz="1000" b="1" i="0" dirty="0">
                <a:effectLst/>
                <a:latin typeface="+mj-lt"/>
              </a:rPr>
              <a:t>Deep learning</a:t>
            </a:r>
            <a:r>
              <a:rPr lang="en-AU" sz="1000" b="0" i="0" dirty="0">
                <a:effectLst/>
                <a:latin typeface="+mj-lt"/>
              </a:rPr>
              <a:t> for complex, high-dimensional data</a:t>
            </a:r>
          </a:p>
          <a:p>
            <a:pPr marL="171450" marR="0" indent="-171450">
              <a:buFont typeface="Arial" panose="020B0604020202020204" pitchFamily="34" charset="0"/>
              <a:buChar char="•"/>
            </a:pPr>
            <a:r>
              <a:rPr lang="en-AU" sz="1000" b="1" i="0" dirty="0">
                <a:effectLst/>
                <a:latin typeface="+mj-lt"/>
              </a:rPr>
              <a:t>Ensemble methods</a:t>
            </a:r>
            <a:r>
              <a:rPr lang="en-AU" sz="1000" b="0" i="0" dirty="0">
                <a:effectLst/>
                <a:latin typeface="+mj-lt"/>
              </a:rPr>
              <a:t> to boost prediction performance</a:t>
            </a:r>
          </a:p>
        </p:txBody>
      </p:sp>
    </p:spTree>
    <p:extLst>
      <p:ext uri="{BB962C8B-B14F-4D97-AF65-F5344CB8AC3E}">
        <p14:creationId xmlns:p14="http://schemas.microsoft.com/office/powerpoint/2010/main" val="2660161877"/>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3694600D-6F2C-98F5-88B4-52EEF430970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C0237BD-28CD-22A3-5D80-4D892BA0BCA1}"/>
              </a:ext>
            </a:extLst>
          </p:cNvPr>
          <p:cNvSpPr txBox="1"/>
          <p:nvPr/>
        </p:nvSpPr>
        <p:spPr>
          <a:xfrm>
            <a:off x="200778" y="-26130"/>
            <a:ext cx="100584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dirty="0">
                <a:ln>
                  <a:noFill/>
                </a:ln>
                <a:solidFill>
                  <a:prstClr val="black"/>
                </a:solidFill>
                <a:effectLst/>
                <a:uLnTx/>
                <a:uFillTx/>
                <a:latin typeface="Aptos" panose="02110004020202020204"/>
                <a:ea typeface="+mn-ea"/>
                <a:cs typeface="+mn-cs"/>
              </a:rPr>
              <a:t>Concept – GEN AI</a:t>
            </a:r>
            <a:endParaRPr kumimoji="0" sz="30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F28E2266-E436-2C61-7607-1A57E17ACDB3}"/>
              </a:ext>
            </a:extLst>
          </p:cNvPr>
          <p:cNvSpPr/>
          <p:nvPr/>
        </p:nvSpPr>
        <p:spPr>
          <a:xfrm>
            <a:off x="321882" y="484288"/>
            <a:ext cx="3047695" cy="36576"/>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C1D0CF54-BD17-7340-6F22-8B9990A2572C}"/>
              </a:ext>
            </a:extLst>
          </p:cNvPr>
          <p:cNvSpPr txBox="1"/>
          <p:nvPr/>
        </p:nvSpPr>
        <p:spPr>
          <a:xfrm>
            <a:off x="285448" y="633941"/>
            <a:ext cx="11703352" cy="2708434"/>
          </a:xfrm>
          <a:prstGeom prst="rect">
            <a:avLst/>
          </a:prstGeom>
          <a:noFill/>
          <a:ln>
            <a:solidFill>
              <a:schemeClr val="tx1"/>
            </a:solidFill>
          </a:ln>
        </p:spPr>
        <p:txBody>
          <a:bodyPr wrap="square">
            <a:spAutoFit/>
          </a:bodyPr>
          <a:lstStyle/>
          <a:p>
            <a:r>
              <a:rPr lang="en-AU" sz="1000" dirty="0"/>
              <a:t>Generative AI operates by learning the underlying structure and distribution of data, enabling it to </a:t>
            </a:r>
            <a:r>
              <a:rPr lang="en-AU" sz="1000" b="1" dirty="0"/>
              <a:t>produce original outputs that resemble the training data</a:t>
            </a:r>
            <a:r>
              <a:rPr lang="en-AU" sz="1000" dirty="0"/>
              <a:t>. Unlike traditional AI systems that primarily classify or predict, generative AI's focus is on </a:t>
            </a:r>
            <a:r>
              <a:rPr lang="en-AU" sz="1000" b="1" dirty="0"/>
              <a:t>creation and synthesis</a:t>
            </a:r>
            <a:r>
              <a:rPr lang="en-AU" sz="1000" dirty="0"/>
              <a:t>. </a:t>
            </a:r>
          </a:p>
          <a:p>
            <a:r>
              <a:rPr lang="en-AU" sz="1000" dirty="0"/>
              <a:t>This includes generating realistic human-like text, creating images from descriptions, composing music, or even producing synthetic video sequences.</a:t>
            </a:r>
          </a:p>
          <a:p>
            <a:endParaRPr lang="en-AU" sz="1000" b="1" dirty="0"/>
          </a:p>
          <a:p>
            <a:r>
              <a:rPr lang="en-AU" sz="1000" b="1" u="sng" dirty="0"/>
              <a:t>Key Techniques</a:t>
            </a:r>
          </a:p>
          <a:p>
            <a:pPr marL="171450" indent="-171450">
              <a:buFont typeface="Arial" panose="020B0604020202020204" pitchFamily="34" charset="0"/>
              <a:buChar char="•"/>
            </a:pPr>
            <a:r>
              <a:rPr lang="en-AU" sz="1000" b="1" dirty="0"/>
              <a:t>Neural Networks</a:t>
            </a:r>
            <a:r>
              <a:rPr lang="en-AU" sz="1000" dirty="0"/>
              <a:t>: Deep learning models, particularly convolutional and recurrent neural networks, can capture complex patterns in data. These networks form the foundation of many generative AI systems.</a:t>
            </a:r>
          </a:p>
          <a:p>
            <a:pPr marL="171450" indent="-171450">
              <a:buFont typeface="Arial" panose="020B0604020202020204" pitchFamily="34" charset="0"/>
              <a:buChar char="•"/>
            </a:pPr>
            <a:r>
              <a:rPr lang="en-AU" sz="1000" b="1" dirty="0"/>
              <a:t>Transformers</a:t>
            </a:r>
            <a:r>
              <a:rPr lang="en-AU" sz="1000" dirty="0"/>
              <a:t>: Models like GPT (Generative Pre-trained Transformer) rely on attention mechanisms to generate coherent and context-aware text from large datasets. They have broad applicability in natural language processing tasks.</a:t>
            </a:r>
          </a:p>
          <a:p>
            <a:pPr marL="171450" indent="-171450">
              <a:buFont typeface="Arial" panose="020B0604020202020204" pitchFamily="34" charset="0"/>
              <a:buChar char="•"/>
            </a:pPr>
            <a:r>
              <a:rPr lang="en-AU" sz="1000" b="1" dirty="0"/>
              <a:t>Generative Adversarial Networks (GANs)</a:t>
            </a:r>
            <a:r>
              <a:rPr lang="en-AU" sz="1000" dirty="0"/>
              <a:t>: GANs involve two networks—a generator creating synthetic data and a discriminator distinguishing real from generated data—which play a minimax game until the generator produces highly realistic outputs.</a:t>
            </a:r>
          </a:p>
          <a:p>
            <a:pPr marL="171450" indent="-171450">
              <a:buFont typeface="Arial" panose="020B0604020202020204" pitchFamily="34" charset="0"/>
              <a:buChar char="•"/>
            </a:pPr>
            <a:r>
              <a:rPr lang="en-AU" sz="1000" b="1" dirty="0"/>
              <a:t>Variational Autoencoders (VAEs)</a:t>
            </a:r>
            <a:r>
              <a:rPr lang="en-AU" sz="1000" dirty="0"/>
              <a:t>: VAEs learn a latent space representation of data and generate new output by sampling and decoding from this space. This produces smooth variations in the generated data.</a:t>
            </a:r>
          </a:p>
          <a:p>
            <a:endParaRPr lang="en-AU" sz="1000" b="1" u="sng" dirty="0"/>
          </a:p>
          <a:p>
            <a:r>
              <a:rPr lang="en-AU" sz="1000" b="1" u="sng" dirty="0"/>
              <a:t>Applications</a:t>
            </a:r>
          </a:p>
          <a:p>
            <a:pPr marL="171450" indent="-171450">
              <a:buFont typeface="Arial" panose="020B0604020202020204" pitchFamily="34" charset="0"/>
              <a:buChar char="•"/>
            </a:pPr>
            <a:r>
              <a:rPr lang="en-AU" sz="1000" b="1" dirty="0"/>
              <a:t>Text Generation</a:t>
            </a:r>
            <a:r>
              <a:rPr lang="en-AU" sz="1000" dirty="0"/>
              <a:t>: Writing articles, summarizing content, creating chatbots, or drafting code.</a:t>
            </a:r>
          </a:p>
          <a:p>
            <a:pPr marL="171450" indent="-171450">
              <a:buFont typeface="Arial" panose="020B0604020202020204" pitchFamily="34" charset="0"/>
              <a:buChar char="•"/>
            </a:pPr>
            <a:r>
              <a:rPr lang="en-AU" sz="1000" b="1" dirty="0"/>
              <a:t>Image and Video Generation</a:t>
            </a:r>
            <a:r>
              <a:rPr lang="en-AU" sz="1000" dirty="0"/>
              <a:t>: Producing digital art, photorealistic images, or deepfakes.</a:t>
            </a:r>
          </a:p>
          <a:p>
            <a:pPr marL="171450" indent="-171450">
              <a:buFont typeface="Arial" panose="020B0604020202020204" pitchFamily="34" charset="0"/>
              <a:buChar char="•"/>
            </a:pPr>
            <a:r>
              <a:rPr lang="en-AU" sz="1000" b="1" dirty="0"/>
              <a:t>Audio Synthesis</a:t>
            </a:r>
            <a:r>
              <a:rPr lang="en-AU" sz="1000" dirty="0"/>
              <a:t>: Creating music, voiceovers, or realistic speech from text.</a:t>
            </a:r>
          </a:p>
          <a:p>
            <a:pPr marL="171450" indent="-171450">
              <a:buFont typeface="Arial" panose="020B0604020202020204" pitchFamily="34" charset="0"/>
              <a:buChar char="•"/>
            </a:pPr>
            <a:r>
              <a:rPr lang="en-AU" sz="1000" b="1" dirty="0"/>
              <a:t>Design and Engineering</a:t>
            </a:r>
            <a:r>
              <a:rPr lang="en-AU" sz="1000" dirty="0"/>
              <a:t>: Generating product designs, architectural layouts, or simulations based on learned patterns.</a:t>
            </a:r>
          </a:p>
        </p:txBody>
      </p:sp>
    </p:spTree>
    <p:extLst>
      <p:ext uri="{BB962C8B-B14F-4D97-AF65-F5344CB8AC3E}">
        <p14:creationId xmlns:p14="http://schemas.microsoft.com/office/powerpoint/2010/main" val="2389941591"/>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2DEAB501-062A-F22C-D26A-B9CEFCDEE5E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6D571AF-7A14-E8EB-A594-09310981D93D}"/>
              </a:ext>
            </a:extLst>
          </p:cNvPr>
          <p:cNvSpPr txBox="1"/>
          <p:nvPr/>
        </p:nvSpPr>
        <p:spPr>
          <a:xfrm>
            <a:off x="200778" y="-26130"/>
            <a:ext cx="100584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dirty="0">
                <a:ln>
                  <a:noFill/>
                </a:ln>
                <a:solidFill>
                  <a:prstClr val="black"/>
                </a:solidFill>
                <a:effectLst/>
                <a:uLnTx/>
                <a:uFillTx/>
                <a:latin typeface="Aptos" panose="02110004020202020204"/>
                <a:ea typeface="+mn-ea"/>
                <a:cs typeface="+mn-cs"/>
              </a:rPr>
              <a:t>Concept – AGENTIC AI</a:t>
            </a:r>
            <a:endParaRPr kumimoji="0" sz="30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2335694E-17B2-2194-40F0-3CE76C8360E1}"/>
              </a:ext>
            </a:extLst>
          </p:cNvPr>
          <p:cNvSpPr/>
          <p:nvPr/>
        </p:nvSpPr>
        <p:spPr>
          <a:xfrm>
            <a:off x="321882" y="484287"/>
            <a:ext cx="3826785" cy="45719"/>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99E33D4A-2206-7586-7AE9-61A9018C7620}"/>
              </a:ext>
            </a:extLst>
          </p:cNvPr>
          <p:cNvSpPr txBox="1"/>
          <p:nvPr/>
        </p:nvSpPr>
        <p:spPr>
          <a:xfrm>
            <a:off x="285448" y="633941"/>
            <a:ext cx="11703352" cy="5786199"/>
          </a:xfrm>
          <a:prstGeom prst="rect">
            <a:avLst/>
          </a:prstGeom>
          <a:noFill/>
          <a:ln>
            <a:solidFill>
              <a:schemeClr val="tx1"/>
            </a:solidFill>
          </a:ln>
        </p:spPr>
        <p:txBody>
          <a:bodyPr wrap="square">
            <a:spAutoFit/>
          </a:bodyPr>
          <a:lstStyle/>
          <a:p>
            <a:r>
              <a:rPr lang="en-AU" sz="1000" b="1" u="sng" dirty="0"/>
              <a:t>Core Definitions</a:t>
            </a:r>
          </a:p>
          <a:p>
            <a:pPr marL="171450" indent="-171450">
              <a:buFont typeface="Arial" panose="020B0604020202020204" pitchFamily="34" charset="0"/>
              <a:buChar char="•"/>
            </a:pPr>
            <a:r>
              <a:rPr lang="en-AU" sz="1000" b="1" dirty="0"/>
              <a:t>Agentic AI</a:t>
            </a:r>
            <a:r>
              <a:rPr lang="en-AU" sz="1000" dirty="0"/>
              <a:t>: A branch of AI focused on autonomous systems capable of making decisions, planning actions, and executing tasks. It emphasizes agency, autonomy, and goal-oriented </a:t>
            </a:r>
            <a:r>
              <a:rPr lang="en-AU" sz="1000" dirty="0" err="1"/>
              <a:t>behavior</a:t>
            </a:r>
            <a:r>
              <a:rPr lang="en-AU" sz="1000" dirty="0"/>
              <a:t>.</a:t>
            </a:r>
          </a:p>
          <a:p>
            <a:pPr marL="171450" indent="-171450">
              <a:buFont typeface="Arial" panose="020B0604020202020204" pitchFamily="34" charset="0"/>
              <a:buChar char="•"/>
            </a:pPr>
            <a:r>
              <a:rPr lang="en-AU" sz="1000" b="1" dirty="0"/>
              <a:t>AI Agent</a:t>
            </a:r>
            <a:r>
              <a:rPr lang="en-AU" sz="1000" dirty="0"/>
              <a:t>: The fundamental building block of agentic AI—a self-contained system with the ability to:</a:t>
            </a:r>
          </a:p>
          <a:p>
            <a:pPr marL="628650" lvl="1" indent="-171450">
              <a:buFont typeface="Arial" panose="020B0604020202020204" pitchFamily="34" charset="0"/>
              <a:buChar char="•"/>
            </a:pPr>
            <a:r>
              <a:rPr lang="en-AU" sz="1000" b="1" dirty="0"/>
              <a:t>Perceive</a:t>
            </a:r>
            <a:r>
              <a:rPr lang="en-AU" sz="1000" dirty="0"/>
              <a:t> its environment through sensors, APIs, or data streams.</a:t>
            </a:r>
          </a:p>
          <a:p>
            <a:pPr marL="628650" lvl="1" indent="-171450">
              <a:buFont typeface="Arial" panose="020B0604020202020204" pitchFamily="34" charset="0"/>
              <a:buChar char="•"/>
            </a:pPr>
            <a:r>
              <a:rPr lang="en-AU" sz="1000" b="1" dirty="0"/>
              <a:t>Reason</a:t>
            </a:r>
            <a:r>
              <a:rPr lang="en-AU" sz="1000" dirty="0"/>
              <a:t> using algorithms, models, and prior knowledge.</a:t>
            </a:r>
          </a:p>
          <a:p>
            <a:pPr marL="628650" lvl="1" indent="-171450">
              <a:buFont typeface="Arial" panose="020B0604020202020204" pitchFamily="34" charset="0"/>
              <a:buChar char="•"/>
            </a:pPr>
            <a:r>
              <a:rPr lang="en-AU" sz="1000" b="1" dirty="0"/>
              <a:t>Act</a:t>
            </a:r>
            <a:r>
              <a:rPr lang="en-AU" sz="1000" dirty="0"/>
              <a:t> by executing decisions in digital or physical domains.</a:t>
            </a:r>
          </a:p>
          <a:p>
            <a:pPr marL="628650" lvl="1" indent="-171450">
              <a:buFont typeface="Arial" panose="020B0604020202020204" pitchFamily="34" charset="0"/>
              <a:buChar char="•"/>
            </a:pPr>
            <a:r>
              <a:rPr lang="en-AU" sz="1000" b="1" dirty="0"/>
              <a:t>Learn</a:t>
            </a:r>
            <a:r>
              <a:rPr lang="en-AU" sz="1000" dirty="0"/>
              <a:t> from experience to improve future performance.</a:t>
            </a:r>
            <a:br>
              <a:rPr lang="en-AU" sz="1000" dirty="0"/>
            </a:br>
            <a:r>
              <a:rPr lang="en-AU" sz="1000" dirty="0"/>
              <a:t>Types include </a:t>
            </a:r>
            <a:r>
              <a:rPr lang="en-AU" sz="1000" b="1" dirty="0"/>
              <a:t>reactive, deliberative, learning, hybrid, single-agent, multi-agent, hierarchical,</a:t>
            </a:r>
            <a:r>
              <a:rPr lang="en-AU" sz="1000" dirty="0"/>
              <a:t> and </a:t>
            </a:r>
            <a:r>
              <a:rPr lang="en-AU" sz="1000" b="1" dirty="0"/>
              <a:t>domain-specific agents</a:t>
            </a:r>
            <a:r>
              <a:rPr lang="en-AU" sz="1000" dirty="0"/>
              <a:t>.</a:t>
            </a:r>
          </a:p>
          <a:p>
            <a:endParaRPr lang="en-AU" sz="1000" b="1" u="sng" dirty="0"/>
          </a:p>
          <a:p>
            <a:r>
              <a:rPr lang="en-AU" sz="1000" b="1" u="sng" dirty="0"/>
              <a:t>Key Agentic AI Capabilities</a:t>
            </a:r>
          </a:p>
          <a:p>
            <a:pPr marL="171450" indent="-171450">
              <a:buFont typeface="Arial" panose="020B0604020202020204" pitchFamily="34" charset="0"/>
              <a:buChar char="•"/>
            </a:pPr>
            <a:r>
              <a:rPr lang="en-AU" sz="1000" b="1" dirty="0"/>
              <a:t>Autonomy &amp; Goal-Oriented Behaviour</a:t>
            </a:r>
            <a:r>
              <a:rPr lang="en-AU" sz="1000" dirty="0"/>
              <a:t>: Ability to operate without human intervention and to pursue defined objectives.</a:t>
            </a:r>
          </a:p>
          <a:p>
            <a:pPr marL="171450" indent="-171450">
              <a:buFont typeface="Arial" panose="020B0604020202020204" pitchFamily="34" charset="0"/>
              <a:buChar char="•"/>
            </a:pPr>
            <a:r>
              <a:rPr lang="en-AU" sz="1000" b="1" dirty="0"/>
              <a:t>Perception</a:t>
            </a:r>
            <a:r>
              <a:rPr lang="en-AU" sz="1000" dirty="0"/>
              <a:t>: Collecting and interpreting environmental data, e.g., images, text, and sensor inputs.</a:t>
            </a:r>
          </a:p>
          <a:p>
            <a:pPr marL="171450" indent="-171450">
              <a:buFont typeface="Arial" panose="020B0604020202020204" pitchFamily="34" charset="0"/>
              <a:buChar char="•"/>
            </a:pPr>
            <a:r>
              <a:rPr lang="en-AU" sz="1000" b="1" dirty="0"/>
              <a:t>Reasoning</a:t>
            </a:r>
            <a:r>
              <a:rPr lang="en-AU" sz="1000" dirty="0"/>
              <a:t>: Making decisions based on data, rules, and learned patterns.</a:t>
            </a:r>
          </a:p>
          <a:p>
            <a:pPr marL="171450" indent="-171450">
              <a:buFont typeface="Arial" panose="020B0604020202020204" pitchFamily="34" charset="0"/>
              <a:buChar char="•"/>
            </a:pPr>
            <a:r>
              <a:rPr lang="en-AU" sz="1000" b="1" dirty="0"/>
              <a:t>Action Execution</a:t>
            </a:r>
            <a:r>
              <a:rPr lang="en-AU" sz="1000" dirty="0"/>
              <a:t>: Performing tasks via APIs, software commands, or robotics.</a:t>
            </a:r>
          </a:p>
          <a:p>
            <a:pPr marL="171450" indent="-171450">
              <a:buFont typeface="Arial" panose="020B0604020202020204" pitchFamily="34" charset="0"/>
              <a:buChar char="•"/>
            </a:pPr>
            <a:r>
              <a:rPr lang="en-AU" sz="1000" b="1" dirty="0"/>
              <a:t>Tool Use</a:t>
            </a:r>
            <a:r>
              <a:rPr lang="en-AU" sz="1000" dirty="0"/>
              <a:t>: Leveraging external systems such as databases, search engines, and software APIs to broaden functionality.</a:t>
            </a:r>
          </a:p>
          <a:p>
            <a:pPr marL="171450" indent="-171450">
              <a:buFont typeface="Arial" panose="020B0604020202020204" pitchFamily="34" charset="0"/>
              <a:buChar char="•"/>
            </a:pPr>
            <a:r>
              <a:rPr lang="en-AU" sz="1000" b="1" dirty="0"/>
              <a:t>Learning &amp; Adaptation</a:t>
            </a:r>
            <a:r>
              <a:rPr lang="en-AU" sz="1000" dirty="0"/>
              <a:t>: Improving over time using reinforcement or self-supervised learning.</a:t>
            </a:r>
          </a:p>
          <a:p>
            <a:pPr marL="171450" indent="-171450">
              <a:buFont typeface="Arial" panose="020B0604020202020204" pitchFamily="34" charset="0"/>
              <a:buChar char="•"/>
            </a:pPr>
            <a:r>
              <a:rPr lang="en-AU" sz="1000" b="1" dirty="0"/>
              <a:t>Interaction &amp; Social Ability</a:t>
            </a:r>
            <a:r>
              <a:rPr lang="en-AU" sz="1000" dirty="0"/>
              <a:t>: Communicating and coordinating with other agents or humans in multi-agent setups.</a:t>
            </a:r>
          </a:p>
          <a:p>
            <a:pPr marL="171450" indent="-171450">
              <a:buFont typeface="Arial" panose="020B0604020202020204" pitchFamily="34" charset="0"/>
              <a:buChar char="•"/>
            </a:pPr>
            <a:r>
              <a:rPr lang="en-AU" sz="1000" b="1" dirty="0"/>
              <a:t>Context Engineering</a:t>
            </a:r>
            <a:r>
              <a:rPr lang="en-AU" sz="1000" dirty="0"/>
              <a:t>: Designing input and environmental context to optimize agent performance.</a:t>
            </a:r>
          </a:p>
          <a:p>
            <a:pPr marL="171450" indent="-171450">
              <a:buFont typeface="Arial" panose="020B0604020202020204" pitchFamily="34" charset="0"/>
              <a:buChar char="•"/>
            </a:pPr>
            <a:r>
              <a:rPr lang="en-AU" sz="1000" b="1" dirty="0"/>
              <a:t>Orchestration</a:t>
            </a:r>
            <a:r>
              <a:rPr lang="en-AU" sz="1000" dirty="0"/>
              <a:t>: Coordinating multiple agents and managing workflows to achieve complex objectives.</a:t>
            </a:r>
          </a:p>
          <a:p>
            <a:endParaRPr lang="en-AU" sz="1000" b="1" u="sng" dirty="0"/>
          </a:p>
          <a:p>
            <a:r>
              <a:rPr lang="en-AU" sz="1000" b="1" u="sng" dirty="0"/>
              <a:t>Related Concepts and Frameworks</a:t>
            </a:r>
          </a:p>
          <a:p>
            <a:pPr marL="171450" indent="-171450">
              <a:buFont typeface="Arial" panose="020B0604020202020204" pitchFamily="34" charset="0"/>
              <a:buChar char="•"/>
            </a:pPr>
            <a:r>
              <a:rPr lang="en-AU" sz="1000" b="1" dirty="0"/>
              <a:t>Multi-Agent Systems</a:t>
            </a:r>
            <a:r>
              <a:rPr lang="en-AU" sz="1000" dirty="0"/>
              <a:t>: Environments where multiple agents collaborate or compete to solve problems.</a:t>
            </a:r>
          </a:p>
          <a:p>
            <a:pPr marL="171450" indent="-171450">
              <a:buFont typeface="Arial" panose="020B0604020202020204" pitchFamily="34" charset="0"/>
              <a:buChar char="•"/>
            </a:pPr>
            <a:r>
              <a:rPr lang="en-AU" sz="1000" b="1" dirty="0"/>
              <a:t>Hierarchical Agents</a:t>
            </a:r>
            <a:r>
              <a:rPr lang="en-AU" sz="1000" dirty="0"/>
              <a:t>: Structures where higher-level agents coordinate lower-level agents for efficient task management.</a:t>
            </a:r>
          </a:p>
          <a:p>
            <a:pPr marL="171450" indent="-171450">
              <a:buFont typeface="Arial" panose="020B0604020202020204" pitchFamily="34" charset="0"/>
              <a:buChar char="•"/>
            </a:pPr>
            <a:r>
              <a:rPr lang="en-AU" sz="1000" b="1" dirty="0"/>
              <a:t>Agentic RAG (Retrieval-Augmented Generation)</a:t>
            </a:r>
            <a:r>
              <a:rPr lang="en-AU" sz="1000" dirty="0"/>
              <a:t>: Combining memory, embeddings, and knowledge retrieval with agentic reasoning to perform complex tasks.</a:t>
            </a:r>
          </a:p>
          <a:p>
            <a:pPr marL="171450" indent="-171450">
              <a:buFont typeface="Arial" panose="020B0604020202020204" pitchFamily="34" charset="0"/>
              <a:buChar char="•"/>
            </a:pPr>
            <a:r>
              <a:rPr lang="en-AU" sz="1000" b="1" dirty="0"/>
              <a:t>Model Context Protocol (MCP)</a:t>
            </a:r>
            <a:r>
              <a:rPr lang="en-AU" sz="1000" dirty="0"/>
              <a:t>: Standardized communication protocol for agent interactions across different platforms and AI components.</a:t>
            </a:r>
          </a:p>
          <a:p>
            <a:pPr marL="171450" indent="-171450">
              <a:buFont typeface="Arial" panose="020B0604020202020204" pitchFamily="34" charset="0"/>
              <a:buChar char="•"/>
            </a:pPr>
            <a:r>
              <a:rPr lang="en-AU" sz="1000" b="1" dirty="0"/>
              <a:t>Frameworks</a:t>
            </a:r>
            <a:r>
              <a:rPr lang="en-AU" sz="1000" dirty="0"/>
              <a:t>: Popular infrastructures for agentic AI development include </a:t>
            </a:r>
            <a:r>
              <a:rPr lang="en-AU" sz="1000" dirty="0" err="1"/>
              <a:t>LangChain</a:t>
            </a:r>
            <a:r>
              <a:rPr lang="en-AU" sz="1000" dirty="0"/>
              <a:t>, </a:t>
            </a:r>
            <a:r>
              <a:rPr lang="en-AU" sz="1000" dirty="0" err="1"/>
              <a:t>LlamaIndex</a:t>
            </a:r>
            <a:r>
              <a:rPr lang="en-AU" sz="1000" dirty="0"/>
              <a:t>, </a:t>
            </a:r>
            <a:r>
              <a:rPr lang="en-AU" sz="1000" dirty="0" err="1"/>
              <a:t>AgentFlow</a:t>
            </a:r>
            <a:r>
              <a:rPr lang="en-AU" sz="1000" dirty="0"/>
              <a:t>, and </a:t>
            </a:r>
            <a:r>
              <a:rPr lang="en-AU" sz="1000" dirty="0" err="1"/>
              <a:t>CrewAI</a:t>
            </a:r>
            <a:r>
              <a:rPr lang="en-AU" sz="1000" dirty="0"/>
              <a:t>.</a:t>
            </a:r>
          </a:p>
          <a:p>
            <a:pPr marL="171450" indent="-171450">
              <a:buFont typeface="Arial" panose="020B0604020202020204" pitchFamily="34" charset="0"/>
              <a:buChar char="•"/>
            </a:pPr>
            <a:r>
              <a:rPr lang="en-AU" sz="1000" b="1" dirty="0"/>
              <a:t>Human-AI Collaboration</a:t>
            </a:r>
            <a:r>
              <a:rPr lang="en-AU" sz="1000" dirty="0"/>
              <a:t>: AI agents are often paired with human teams for enhanced productivity, leveraging human judgment and AI computation.</a:t>
            </a:r>
          </a:p>
          <a:p>
            <a:endParaRPr lang="en-AU" sz="1000" b="1" dirty="0"/>
          </a:p>
          <a:p>
            <a:r>
              <a:rPr lang="en-AU" sz="1000" b="1" u="sng" dirty="0"/>
              <a:t>Risks and Governance</a:t>
            </a:r>
          </a:p>
          <a:p>
            <a:pPr marL="171450" indent="-171450">
              <a:buFont typeface="Arial" panose="020B0604020202020204" pitchFamily="34" charset="0"/>
              <a:buChar char="•"/>
            </a:pPr>
            <a:r>
              <a:rPr lang="en-AU" sz="1000" b="1" dirty="0"/>
              <a:t>Unreliable or Unethical Decisions</a:t>
            </a:r>
            <a:r>
              <a:rPr lang="en-AU" sz="1000" dirty="0"/>
              <a:t>: Rogue actions can cause harm if uncontrolled.</a:t>
            </a:r>
          </a:p>
          <a:p>
            <a:pPr marL="171450" indent="-171450">
              <a:buFont typeface="Arial" panose="020B0604020202020204" pitchFamily="34" charset="0"/>
              <a:buChar char="•"/>
            </a:pPr>
            <a:r>
              <a:rPr lang="en-AU" sz="1000" b="1" dirty="0"/>
              <a:t>Cybersecurity</a:t>
            </a:r>
            <a:r>
              <a:rPr lang="en-AU" sz="1000" dirty="0"/>
              <a:t>: Agents with extensive access raise security challenges.</a:t>
            </a:r>
          </a:p>
          <a:p>
            <a:pPr marL="171450" indent="-171450">
              <a:buFont typeface="Arial" panose="020B0604020202020204" pitchFamily="34" charset="0"/>
              <a:buChar char="•"/>
            </a:pPr>
            <a:r>
              <a:rPr lang="en-AU" sz="1000" b="1" dirty="0"/>
              <a:t>Accountability</a:t>
            </a:r>
            <a:r>
              <a:rPr lang="en-AU" sz="1000" dirty="0"/>
              <a:t>: Determining responsibility when AI agents make errors.</a:t>
            </a:r>
          </a:p>
          <a:p>
            <a:pPr marL="171450" indent="-171450">
              <a:buFont typeface="Arial" panose="020B0604020202020204" pitchFamily="34" charset="0"/>
              <a:buChar char="•"/>
            </a:pPr>
            <a:r>
              <a:rPr lang="en-AU" sz="1000" b="1" dirty="0"/>
              <a:t>Operational Oversight</a:t>
            </a:r>
            <a:r>
              <a:rPr lang="en-AU" sz="1000" dirty="0"/>
              <a:t>: Continuous monitoring, metrics, and governance frameworks are essential.</a:t>
            </a:r>
          </a:p>
          <a:p>
            <a:endParaRPr lang="en-AU" sz="1000" b="1" u="sng" dirty="0"/>
          </a:p>
          <a:p>
            <a:r>
              <a:rPr lang="en-AU" sz="1000" b="1" u="sng" dirty="0"/>
              <a:t>Distinctions</a:t>
            </a:r>
          </a:p>
          <a:p>
            <a:pPr marL="171450" indent="-171450">
              <a:buFont typeface="Arial" panose="020B0604020202020204" pitchFamily="34" charset="0"/>
              <a:buChar char="•"/>
            </a:pPr>
            <a:r>
              <a:rPr lang="en-AU" sz="1000" b="1" dirty="0"/>
              <a:t>Agentic AI vs Traditional AI</a:t>
            </a:r>
            <a:r>
              <a:rPr lang="en-AU" sz="1000" dirty="0"/>
              <a:t>: Traditional systems follow predefined rules; agentic AI exhibits autonomous decision-making.</a:t>
            </a:r>
          </a:p>
          <a:p>
            <a:pPr marL="171450" indent="-171450">
              <a:buFont typeface="Arial" panose="020B0604020202020204" pitchFamily="34" charset="0"/>
              <a:buChar char="•"/>
            </a:pPr>
            <a:r>
              <a:rPr lang="en-AU" sz="1000" b="1" dirty="0"/>
              <a:t>Agentic AI vs Generative AI</a:t>
            </a:r>
            <a:r>
              <a:rPr lang="en-AU" sz="1000" dirty="0"/>
              <a:t>: Generative AI outputs content; agentic AI uses content to achieve workflows and enact real-world tasks.</a:t>
            </a:r>
          </a:p>
        </p:txBody>
      </p:sp>
    </p:spTree>
    <p:extLst>
      <p:ext uri="{BB962C8B-B14F-4D97-AF65-F5344CB8AC3E}">
        <p14:creationId xmlns:p14="http://schemas.microsoft.com/office/powerpoint/2010/main" val="1688162401"/>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E6A00C0D-F4D4-6A77-E948-BD9210E7459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40D8D1-A80B-0CBA-573E-A060B033EDF1}"/>
              </a:ext>
            </a:extLst>
          </p:cNvPr>
          <p:cNvSpPr txBox="1"/>
          <p:nvPr/>
        </p:nvSpPr>
        <p:spPr>
          <a:xfrm>
            <a:off x="226178" y="-46852"/>
            <a:ext cx="100584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dirty="0">
                <a:ln>
                  <a:noFill/>
                </a:ln>
                <a:solidFill>
                  <a:prstClr val="black"/>
                </a:solidFill>
                <a:effectLst/>
                <a:uLnTx/>
                <a:uFillTx/>
                <a:latin typeface="Aptos" panose="02110004020202020204"/>
                <a:ea typeface="+mn-ea"/>
                <a:cs typeface="+mn-cs"/>
              </a:rPr>
              <a:t>Options – LLMs</a:t>
            </a:r>
            <a:endParaRPr kumimoji="0" sz="30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F3C8A5D3-EF71-A914-C13C-C0BF80C5F363}"/>
              </a:ext>
            </a:extLst>
          </p:cNvPr>
          <p:cNvSpPr/>
          <p:nvPr/>
        </p:nvSpPr>
        <p:spPr>
          <a:xfrm>
            <a:off x="321882" y="484287"/>
            <a:ext cx="2692251" cy="45719"/>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3B6E5898-DE84-C306-D3FA-712941D552EB}"/>
              </a:ext>
            </a:extLst>
          </p:cNvPr>
          <p:cNvSpPr txBox="1"/>
          <p:nvPr/>
        </p:nvSpPr>
        <p:spPr>
          <a:xfrm>
            <a:off x="90714" y="633941"/>
            <a:ext cx="6005286" cy="6145272"/>
          </a:xfrm>
          <a:prstGeom prst="rect">
            <a:avLst/>
          </a:prstGeom>
          <a:noFill/>
          <a:ln>
            <a:solidFill>
              <a:schemeClr val="tx1"/>
            </a:solidFill>
          </a:ln>
        </p:spPr>
        <p:txBody>
          <a:bodyPr wrap="square">
            <a:spAutoFit/>
          </a:bodyPr>
          <a:lstStyle/>
          <a:p>
            <a:pPr marL="171450" indent="-171450">
              <a:lnSpc>
                <a:spcPts val="1950"/>
              </a:lnSpc>
              <a:buFont typeface="Arial" panose="020B0604020202020204" pitchFamily="34" charset="0"/>
              <a:buChar char="•"/>
            </a:pPr>
            <a:r>
              <a:rPr lang="en-AU" sz="1000" b="1" u="sng" dirty="0"/>
              <a:t>OpenAI LLMs </a:t>
            </a:r>
            <a:r>
              <a:rPr lang="en-AU" sz="1000" b="1" u="sng" dirty="0">
                <a:sym typeface="Wingdings" panose="05000000000000000000" pitchFamily="2" charset="2"/>
              </a:rPr>
              <a:t> </a:t>
            </a:r>
            <a:r>
              <a:rPr lang="en-AU" sz="1000" b="1" u="sng" dirty="0"/>
              <a:t>GPT Series (GPT-4o, GPT-5, o3)</a:t>
            </a:r>
          </a:p>
          <a:p>
            <a:r>
              <a:rPr lang="en-AU" sz="1000" b="1" dirty="0"/>
              <a:t>Strengths:</a:t>
            </a:r>
            <a:r>
              <a:rPr lang="en-AU" sz="1000" dirty="0"/>
              <a:t> General-purpose reasoning, conversation, multimodal inputs (text + image + audio), coding assistance, summarization, multi-step problem solving.</a:t>
            </a:r>
          </a:p>
          <a:p>
            <a:r>
              <a:rPr lang="en-AU" sz="1000" b="1" dirty="0"/>
              <a:t>Special Abilities:</a:t>
            </a:r>
            <a:r>
              <a:rPr lang="en-AU" sz="1000" dirty="0"/>
              <a:t> GPT-4o supports voice input/output, large context windows (up to 128K tokens), and real-time multimodal interaction. GPT o3 is reasoning-focused, excelling in mathematics, coding, and scientific problem-solving via chain-of-thought reasoning.</a:t>
            </a:r>
          </a:p>
          <a:p>
            <a:r>
              <a:rPr lang="en-AU" sz="1000" b="1" dirty="0"/>
              <a:t>Use Cases:</a:t>
            </a:r>
            <a:r>
              <a:rPr lang="en-AU" sz="1000" dirty="0"/>
              <a:t> Chatbots, AI agents, code generation, document analysis, educational tools.</a:t>
            </a:r>
          </a:p>
          <a:p>
            <a:pPr marL="171450" indent="-171450">
              <a:lnSpc>
                <a:spcPts val="1950"/>
              </a:lnSpc>
              <a:buFont typeface="Arial" panose="020B0604020202020204" pitchFamily="34" charset="0"/>
              <a:buChar char="•"/>
            </a:pPr>
            <a:r>
              <a:rPr lang="en-AU" sz="1000" b="1" u="sng" dirty="0"/>
              <a:t>Anthropic LLMs </a:t>
            </a:r>
            <a:r>
              <a:rPr lang="en-AU" sz="1000" b="1" u="sng" dirty="0">
                <a:sym typeface="Wingdings" panose="05000000000000000000" pitchFamily="2" charset="2"/>
              </a:rPr>
              <a:t> </a:t>
            </a:r>
            <a:r>
              <a:rPr lang="en-AU" sz="1000" b="1" u="sng" dirty="0"/>
              <a:t>Claude Series (Claude Sonnet 4, Claude Opus 4)</a:t>
            </a:r>
          </a:p>
          <a:p>
            <a:r>
              <a:rPr lang="en-AU" sz="1000" b="1" dirty="0"/>
              <a:t>Strengths:</a:t>
            </a:r>
            <a:r>
              <a:rPr lang="en-AU" sz="1000" dirty="0"/>
              <a:t> Safe and steerable conversational AI with strong </a:t>
            </a:r>
            <a:r>
              <a:rPr lang="en-AU" sz="1000" b="1" dirty="0"/>
              <a:t>long-context retention</a:t>
            </a:r>
            <a:r>
              <a:rPr lang="en-AU" sz="1000" dirty="0"/>
              <a:t>; reasoning across large documents; instruction-following; enterprise-ready applications.</a:t>
            </a:r>
          </a:p>
          <a:p>
            <a:r>
              <a:rPr lang="en-AU" sz="1000" b="1" dirty="0"/>
              <a:t>Special Abilities:</a:t>
            </a:r>
            <a:r>
              <a:rPr lang="en-AU" sz="1000" dirty="0"/>
              <a:t> Multimodal input/output (Sonnet, Opus); adaptive reasoning effort; excels in maintaining context across multi-turn dialogues.</a:t>
            </a:r>
          </a:p>
          <a:p>
            <a:r>
              <a:rPr lang="en-AU" sz="1000" b="1" dirty="0"/>
              <a:t>Use Cases:</a:t>
            </a:r>
            <a:r>
              <a:rPr lang="en-AU" sz="1000" dirty="0"/>
              <a:t> Enterprise chat systems, customer support, instruction-based AI systems, content summarization.</a:t>
            </a:r>
          </a:p>
          <a:p>
            <a:pPr marL="171450" indent="-171450">
              <a:lnSpc>
                <a:spcPts val="1950"/>
              </a:lnSpc>
              <a:buFont typeface="Arial" panose="020B0604020202020204" pitchFamily="34" charset="0"/>
              <a:buChar char="•"/>
            </a:pPr>
            <a:r>
              <a:rPr lang="en-AU" sz="1000" b="1" u="sng" dirty="0"/>
              <a:t>Google DeepMind LLMs </a:t>
            </a:r>
            <a:r>
              <a:rPr lang="en-AU" sz="1000" b="1" u="sng" dirty="0">
                <a:sym typeface="Wingdings" panose="05000000000000000000" pitchFamily="2" charset="2"/>
              </a:rPr>
              <a:t> </a:t>
            </a:r>
            <a:r>
              <a:rPr lang="en-AU" sz="1000" b="1" u="sng" dirty="0"/>
              <a:t>Gemini Series (Gemini 2.5 Pro, Flash, Flash-Lite)</a:t>
            </a:r>
          </a:p>
          <a:p>
            <a:r>
              <a:rPr lang="en-AU" sz="1000" b="1" dirty="0"/>
              <a:t>Strengths:</a:t>
            </a:r>
            <a:r>
              <a:rPr lang="en-AU" sz="1000" dirty="0"/>
              <a:t> </a:t>
            </a:r>
            <a:r>
              <a:rPr lang="en-AU" sz="1000" b="1" dirty="0"/>
              <a:t>Reasoning</a:t>
            </a:r>
            <a:r>
              <a:rPr lang="en-AU" sz="1000" dirty="0"/>
              <a:t>, </a:t>
            </a:r>
            <a:r>
              <a:rPr lang="en-AU" sz="1000" b="1" dirty="0"/>
              <a:t>planning</a:t>
            </a:r>
            <a:r>
              <a:rPr lang="en-AU" sz="1000" dirty="0"/>
              <a:t>, and multimodal integration; handles extremely long contexts; good for agentic AI systems.</a:t>
            </a:r>
          </a:p>
          <a:p>
            <a:r>
              <a:rPr lang="en-AU" sz="1000" b="1" dirty="0"/>
              <a:t>Special Abilities:</a:t>
            </a:r>
            <a:r>
              <a:rPr lang="en-AU" sz="1000" dirty="0"/>
              <a:t> Supports text, audio, image, and video processing; outputs multimodal content; adjustable “thinking time” for complex tasks.</a:t>
            </a:r>
          </a:p>
          <a:p>
            <a:r>
              <a:rPr lang="en-AU" sz="1000" b="1" dirty="0"/>
              <a:t>Use Cases:</a:t>
            </a:r>
            <a:r>
              <a:rPr lang="en-AU" sz="1000" dirty="0"/>
              <a:t> Advanced research tools, workflow automation, multi-step planning agents, multimodal information synthesis.</a:t>
            </a:r>
          </a:p>
          <a:p>
            <a:pPr>
              <a:lnSpc>
                <a:spcPts val="1950"/>
              </a:lnSpc>
            </a:pPr>
            <a:r>
              <a:rPr lang="en-AU" sz="1000" b="1" u="sng" dirty="0" err="1"/>
              <a:t>PaLM</a:t>
            </a:r>
            <a:r>
              <a:rPr lang="en-AU" sz="1000" b="1" u="sng" dirty="0"/>
              <a:t> 2 (Bison-001) &amp; Bard</a:t>
            </a:r>
          </a:p>
          <a:p>
            <a:r>
              <a:rPr lang="en-AU" sz="1000" b="1" dirty="0"/>
              <a:t>Strengths:</a:t>
            </a:r>
            <a:r>
              <a:rPr lang="en-AU" sz="1000" dirty="0"/>
              <a:t> Pattern-based learning, multilingual proficiency, commonsense reasoning, logic, and advanced coding.</a:t>
            </a:r>
          </a:p>
          <a:p>
            <a:r>
              <a:rPr lang="en-AU" sz="1000" b="1" dirty="0"/>
              <a:t>Use Cases:</a:t>
            </a:r>
            <a:r>
              <a:rPr lang="en-AU" sz="1000" dirty="0"/>
              <a:t> Translation, problem solving, knowledge extraction, and real-time internet-connected AI applications (Bard).</a:t>
            </a:r>
          </a:p>
          <a:p>
            <a:pPr marL="171450" indent="-171450">
              <a:lnSpc>
                <a:spcPts val="1950"/>
              </a:lnSpc>
              <a:buFont typeface="Arial" panose="020B0604020202020204" pitchFamily="34" charset="0"/>
              <a:buChar char="•"/>
            </a:pPr>
            <a:r>
              <a:rPr lang="en-AU" sz="1000" b="1" u="sng" dirty="0" err="1"/>
              <a:t>xAI</a:t>
            </a:r>
            <a:r>
              <a:rPr lang="en-AU" sz="1000" b="1" u="sng" dirty="0"/>
              <a:t> LLMs </a:t>
            </a:r>
            <a:r>
              <a:rPr lang="en-AU" sz="1000" b="1" u="sng" dirty="0">
                <a:sym typeface="Wingdings" panose="05000000000000000000" pitchFamily="2" charset="2"/>
              </a:rPr>
              <a:t> </a:t>
            </a:r>
            <a:r>
              <a:rPr lang="en-AU" sz="1000" b="1" u="sng" dirty="0"/>
              <a:t>Grok Series (Grok 3, Grok 4 variants)</a:t>
            </a:r>
          </a:p>
          <a:p>
            <a:r>
              <a:rPr lang="en-AU" sz="1000" b="1" dirty="0"/>
              <a:t>Strengths:</a:t>
            </a:r>
            <a:r>
              <a:rPr lang="en-AU" sz="1000" dirty="0"/>
              <a:t> Fast conversational AI integrated with X (formerly Twitter); real-time updates; humorous or reactive conversation in dynamic online settings.</a:t>
            </a:r>
          </a:p>
          <a:p>
            <a:r>
              <a:rPr lang="en-AU" sz="1000" b="1" dirty="0"/>
              <a:t>Special Abilities:</a:t>
            </a:r>
            <a:r>
              <a:rPr lang="en-AU" sz="1000" dirty="0"/>
              <a:t> Supports text, image, and speech inputs; some agentic capabilities for tool use; Grok Code Fast optimized for coding tasks.</a:t>
            </a:r>
          </a:p>
          <a:p>
            <a:r>
              <a:rPr lang="en-AU" sz="1000" b="1" dirty="0"/>
              <a:t>Use Cases:</a:t>
            </a:r>
            <a:r>
              <a:rPr lang="en-AU" sz="1000" dirty="0"/>
              <a:t> Social chatbots, live content moderation, dynamic agent interaction, coding assistants.</a:t>
            </a:r>
          </a:p>
        </p:txBody>
      </p:sp>
      <p:sp>
        <p:nvSpPr>
          <p:cNvPr id="9" name="TextBox 8">
            <a:extLst>
              <a:ext uri="{FF2B5EF4-FFF2-40B4-BE49-F238E27FC236}">
                <a16:creationId xmlns:a16="http://schemas.microsoft.com/office/drawing/2014/main" id="{4A10CCAD-DB6F-3897-2AF5-4B7B81BFC71B}"/>
              </a:ext>
            </a:extLst>
          </p:cNvPr>
          <p:cNvSpPr txBox="1"/>
          <p:nvPr/>
        </p:nvSpPr>
        <p:spPr>
          <a:xfrm>
            <a:off x="6206070" y="633941"/>
            <a:ext cx="5895216" cy="4708981"/>
          </a:xfrm>
          <a:prstGeom prst="rect">
            <a:avLst/>
          </a:prstGeom>
          <a:noFill/>
          <a:ln>
            <a:solidFill>
              <a:schemeClr val="tx1"/>
            </a:solidFill>
          </a:ln>
        </p:spPr>
        <p:txBody>
          <a:bodyPr wrap="square">
            <a:spAutoFit/>
          </a:bodyPr>
          <a:lstStyle/>
          <a:p>
            <a:pPr marL="171450" indent="-171450">
              <a:lnSpc>
                <a:spcPts val="1950"/>
              </a:lnSpc>
              <a:buFont typeface="Arial" panose="020B0604020202020204" pitchFamily="34" charset="0"/>
              <a:buChar char="•"/>
            </a:pPr>
            <a:r>
              <a:rPr lang="en-AU" sz="1000" b="1" u="sng" dirty="0"/>
              <a:t>Meta LLMs </a:t>
            </a:r>
            <a:r>
              <a:rPr lang="en-AU" sz="1000" b="1" u="sng" dirty="0">
                <a:sym typeface="Wingdings" panose="05000000000000000000" pitchFamily="2" charset="2"/>
              </a:rPr>
              <a:t> </a:t>
            </a:r>
            <a:r>
              <a:rPr lang="en-AU" sz="1000" b="1" u="sng" dirty="0" err="1"/>
              <a:t>LLaMa</a:t>
            </a:r>
            <a:r>
              <a:rPr lang="en-AU" sz="1000" b="1" u="sng" dirty="0"/>
              <a:t> Series (</a:t>
            </a:r>
            <a:r>
              <a:rPr lang="en-AU" sz="1000" b="1" u="sng" dirty="0" err="1"/>
              <a:t>LLaMa</a:t>
            </a:r>
            <a:r>
              <a:rPr lang="en-AU" sz="1000" b="1" u="sng" dirty="0"/>
              <a:t> 2, 3)</a:t>
            </a:r>
          </a:p>
          <a:p>
            <a:r>
              <a:rPr lang="en-AU" sz="1000" b="1" dirty="0"/>
              <a:t>Strengths:</a:t>
            </a:r>
            <a:r>
              <a:rPr lang="en-AU" sz="1000" dirty="0"/>
              <a:t> Open-weight, fine-</a:t>
            </a:r>
            <a:r>
              <a:rPr lang="en-AU" sz="1000" dirty="0" err="1"/>
              <a:t>tunable</a:t>
            </a:r>
            <a:r>
              <a:rPr lang="en-AU" sz="1000" dirty="0"/>
              <a:t> for private deployment; excels in long-term language understanding and reasoning; strong performance across benchmarks.</a:t>
            </a:r>
          </a:p>
          <a:p>
            <a:r>
              <a:rPr lang="en-AU" sz="1000" b="1" dirty="0"/>
              <a:t>Use Cases:</a:t>
            </a:r>
            <a:r>
              <a:rPr lang="en-AU" sz="1000" dirty="0"/>
              <a:t> Research experimentation, enterprise AI development, local deployments requiring fine-tuning or integration into custom workflows.</a:t>
            </a:r>
          </a:p>
          <a:p>
            <a:pPr>
              <a:lnSpc>
                <a:spcPts val="1950"/>
              </a:lnSpc>
            </a:pPr>
            <a:r>
              <a:rPr lang="en-AU" sz="1000" b="1" dirty="0"/>
              <a:t>Orca</a:t>
            </a:r>
          </a:p>
          <a:p>
            <a:r>
              <a:rPr lang="en-AU" sz="1000" b="1" dirty="0"/>
              <a:t>Strengths:</a:t>
            </a:r>
            <a:r>
              <a:rPr lang="en-AU" sz="1000" dirty="0"/>
              <a:t> Efficient, high-performing reasoning similar to GPT-4 with fewer parameters; multimodal integration.</a:t>
            </a:r>
          </a:p>
          <a:p>
            <a:r>
              <a:rPr lang="en-AU" sz="1000" b="1" dirty="0"/>
              <a:t>Use Cases:</a:t>
            </a:r>
            <a:r>
              <a:rPr lang="en-AU" sz="1000" dirty="0"/>
              <a:t> Lightweight agent deployment, coding, knowledge reasoning on local devices.</a:t>
            </a:r>
          </a:p>
          <a:p>
            <a:pPr marL="171450" indent="-171450">
              <a:lnSpc>
                <a:spcPts val="1950"/>
              </a:lnSpc>
              <a:buFont typeface="Arial" panose="020B0604020202020204" pitchFamily="34" charset="0"/>
              <a:buChar char="•"/>
            </a:pPr>
            <a:r>
              <a:rPr lang="en-AU" sz="1000" b="1" u="sng" dirty="0"/>
              <a:t>Cohere LLMs </a:t>
            </a:r>
            <a:r>
              <a:rPr lang="en-AU" sz="1000" b="1" u="sng" dirty="0">
                <a:sym typeface="Wingdings" panose="05000000000000000000" pitchFamily="2" charset="2"/>
              </a:rPr>
              <a:t>  </a:t>
            </a:r>
            <a:r>
              <a:rPr lang="en-AU" sz="1000" b="1" u="sng" dirty="0"/>
              <a:t>Command and Aya Series</a:t>
            </a:r>
          </a:p>
          <a:p>
            <a:r>
              <a:rPr lang="en-AU" sz="1000" b="1" dirty="0"/>
              <a:t>Strengths:</a:t>
            </a:r>
            <a:r>
              <a:rPr lang="en-AU" sz="1000" dirty="0"/>
              <a:t> Enterprise-focused, multilingual instruction following, reasoning and translation; Aya supports 101 languages.</a:t>
            </a:r>
          </a:p>
          <a:p>
            <a:r>
              <a:rPr lang="en-AU" sz="1000" b="1" dirty="0"/>
              <a:t>Use Cases:</a:t>
            </a:r>
            <a:r>
              <a:rPr lang="en-AU" sz="1000" dirty="0"/>
              <a:t> Business intelligence, multilingual assistants, translation services, application-specific LLM fine-tuning.</a:t>
            </a:r>
          </a:p>
          <a:p>
            <a:pPr marL="171450" indent="-171450">
              <a:lnSpc>
                <a:spcPts val="1950"/>
              </a:lnSpc>
              <a:buFont typeface="Arial" panose="020B0604020202020204" pitchFamily="34" charset="0"/>
              <a:buChar char="•"/>
            </a:pPr>
            <a:r>
              <a:rPr lang="en-AU" sz="1000" b="1" u="sng" dirty="0"/>
              <a:t>Mistral LLMs</a:t>
            </a:r>
          </a:p>
          <a:p>
            <a:r>
              <a:rPr lang="en-AU" sz="1000" b="1" dirty="0"/>
              <a:t>Strengths:</a:t>
            </a:r>
            <a:r>
              <a:rPr lang="en-AU" sz="1000" dirty="0"/>
              <a:t> Efficiency, reasoning, coding, and multimodal interactions; supports both open-weight and selective proprietary models.</a:t>
            </a:r>
          </a:p>
          <a:p>
            <a:r>
              <a:rPr lang="en-AU" sz="1000" b="1" dirty="0"/>
              <a:t>Use Cases:</a:t>
            </a:r>
            <a:r>
              <a:rPr lang="en-AU" sz="1000" dirty="0"/>
              <a:t> Research, coding assistants, agentic AI, local or enterprise deployment with open models.</a:t>
            </a:r>
          </a:p>
          <a:p>
            <a:pPr marL="171450" indent="-171450">
              <a:lnSpc>
                <a:spcPts val="1950"/>
              </a:lnSpc>
              <a:buFont typeface="Arial" panose="020B0604020202020204" pitchFamily="34" charset="0"/>
              <a:buChar char="•"/>
            </a:pPr>
            <a:r>
              <a:rPr lang="en-AU" sz="1000" b="1" u="sng" dirty="0"/>
              <a:t>DeepSeek LLMs </a:t>
            </a:r>
            <a:r>
              <a:rPr lang="en-AU" sz="1000" b="1" u="sng" dirty="0">
                <a:sym typeface="Wingdings" panose="05000000000000000000" pitchFamily="2" charset="2"/>
              </a:rPr>
              <a:t> </a:t>
            </a:r>
            <a:r>
              <a:rPr lang="en-AU" sz="1000" b="1" u="sng" dirty="0"/>
              <a:t>R1 Series</a:t>
            </a:r>
          </a:p>
          <a:p>
            <a:r>
              <a:rPr lang="en-AU" sz="1000" b="1" dirty="0"/>
              <a:t>Strengths:</a:t>
            </a:r>
            <a:r>
              <a:rPr lang="en-AU" sz="1000" dirty="0"/>
              <a:t> Reasoning-focused, open-weight; excels in long-context tasks and structured workflows using attention scaling.</a:t>
            </a:r>
          </a:p>
          <a:p>
            <a:r>
              <a:rPr lang="en-AU" sz="1000" b="1" dirty="0"/>
              <a:t>Use Cases:</a:t>
            </a:r>
            <a:r>
              <a:rPr lang="en-AU" sz="1000" dirty="0"/>
              <a:t> Open-source reasoning agents, AI planning, and complex problem-solving applications.</a:t>
            </a:r>
          </a:p>
          <a:p>
            <a:pPr>
              <a:lnSpc>
                <a:spcPts val="1950"/>
              </a:lnSpc>
            </a:pPr>
            <a:r>
              <a:rPr lang="en-AU" sz="1000" b="1" dirty="0"/>
              <a:t>Falcon LLMs (TII)</a:t>
            </a:r>
          </a:p>
          <a:p>
            <a:r>
              <a:rPr lang="en-AU" sz="1000" b="1" dirty="0"/>
              <a:t>Strengths:</a:t>
            </a:r>
            <a:r>
              <a:rPr lang="en-AU" sz="1000" dirty="0"/>
              <a:t> Lightweight and scalable; optimized for efficiency; supports multiple languages.</a:t>
            </a:r>
          </a:p>
          <a:p>
            <a:r>
              <a:rPr lang="en-AU" sz="1000" b="1" dirty="0"/>
              <a:t>Use Cases:</a:t>
            </a:r>
            <a:r>
              <a:rPr lang="en-AU" sz="1000" dirty="0"/>
              <a:t> NLP tasks such as text generation, classification, and sentiment analysis on local devices or cloud.</a:t>
            </a:r>
          </a:p>
        </p:txBody>
      </p:sp>
      <p:sp>
        <p:nvSpPr>
          <p:cNvPr id="11" name="TextBox 10">
            <a:extLst>
              <a:ext uri="{FF2B5EF4-FFF2-40B4-BE49-F238E27FC236}">
                <a16:creationId xmlns:a16="http://schemas.microsoft.com/office/drawing/2014/main" id="{8DBCD401-225F-FCF7-EB82-4D128BB22B31}"/>
              </a:ext>
            </a:extLst>
          </p:cNvPr>
          <p:cNvSpPr txBox="1"/>
          <p:nvPr/>
        </p:nvSpPr>
        <p:spPr>
          <a:xfrm>
            <a:off x="6206070" y="6224059"/>
            <a:ext cx="6096000" cy="553998"/>
          </a:xfrm>
          <a:prstGeom prst="rect">
            <a:avLst/>
          </a:prstGeom>
          <a:noFill/>
        </p:spPr>
        <p:txBody>
          <a:bodyPr wrap="square">
            <a:spAutoFit/>
          </a:bodyPr>
          <a:lstStyle/>
          <a:p>
            <a:r>
              <a:rPr lang="en-AU" sz="1000" b="1" dirty="0">
                <a:solidFill>
                  <a:srgbClr val="00B050"/>
                </a:solidFill>
              </a:rPr>
              <a:t>GPT-4o and Claude Sonnet 4 dominate general purpose conversation, </a:t>
            </a:r>
            <a:br>
              <a:rPr lang="en-AU" sz="1000" b="1" dirty="0">
                <a:solidFill>
                  <a:srgbClr val="00B050"/>
                </a:solidFill>
              </a:rPr>
            </a:br>
            <a:r>
              <a:rPr lang="en-AU" sz="1000" b="1" dirty="0">
                <a:solidFill>
                  <a:srgbClr val="00B050"/>
                </a:solidFill>
              </a:rPr>
              <a:t>Gemini and Claude Opus excel at reasoning-intensive tasks, </a:t>
            </a:r>
            <a:br>
              <a:rPr lang="en-AU" sz="1000" b="1" dirty="0">
                <a:solidFill>
                  <a:srgbClr val="00B050"/>
                </a:solidFill>
              </a:rPr>
            </a:br>
            <a:r>
              <a:rPr lang="en-AU" sz="1000" b="1" dirty="0">
                <a:solidFill>
                  <a:srgbClr val="00B050"/>
                </a:solidFill>
              </a:rPr>
              <a:t>Open-weight models (</a:t>
            </a:r>
            <a:r>
              <a:rPr lang="en-AU" sz="1000" b="1" dirty="0" err="1">
                <a:solidFill>
                  <a:srgbClr val="00B050"/>
                </a:solidFill>
              </a:rPr>
              <a:t>LLaMa</a:t>
            </a:r>
            <a:r>
              <a:rPr lang="en-AU" sz="1000" b="1" dirty="0">
                <a:solidFill>
                  <a:srgbClr val="00B050"/>
                </a:solidFill>
              </a:rPr>
              <a:t>, DeepSeek R1) thrive in custom, controlled deployments.</a:t>
            </a:r>
          </a:p>
        </p:txBody>
      </p:sp>
    </p:spTree>
    <p:extLst>
      <p:ext uri="{BB962C8B-B14F-4D97-AF65-F5344CB8AC3E}">
        <p14:creationId xmlns:p14="http://schemas.microsoft.com/office/powerpoint/2010/main" val="2384508116"/>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E6974B6B-AA57-40E4-024D-7D4CFF4B805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4875E54-1974-EEA8-5C11-9ADA50876E91}"/>
              </a:ext>
            </a:extLst>
          </p:cNvPr>
          <p:cNvSpPr txBox="1"/>
          <p:nvPr/>
        </p:nvSpPr>
        <p:spPr>
          <a:xfrm>
            <a:off x="90714" y="-23992"/>
            <a:ext cx="10058400" cy="553998"/>
          </a:xfrm>
          <a:prstGeom prst="rect">
            <a:avLst/>
          </a:prstGeom>
          <a:noFill/>
        </p:spPr>
        <p:txBody>
          <a:bodyPr wrap="square">
            <a:spAutoFit/>
          </a:bodyPr>
          <a:lstStyle/>
          <a:p>
            <a:pPr lvl="0">
              <a:defRPr/>
            </a:pPr>
            <a:r>
              <a:rPr lang="en-AU" sz="3000" b="1" dirty="0"/>
              <a:t>Evaluations, Observability, Telemetry &amp; Capability</a:t>
            </a:r>
            <a:endParaRPr kumimoji="0" lang="en-AU" sz="30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45ECEDAA-1C8A-8930-81FD-CAD5F74FF98D}"/>
              </a:ext>
            </a:extLst>
          </p:cNvPr>
          <p:cNvSpPr/>
          <p:nvPr/>
        </p:nvSpPr>
        <p:spPr>
          <a:xfrm>
            <a:off x="186415" y="501221"/>
            <a:ext cx="8517317" cy="45719"/>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74BA0FF9-0100-52F9-68C3-941F89EDCC8C}"/>
              </a:ext>
            </a:extLst>
          </p:cNvPr>
          <p:cNvSpPr txBox="1"/>
          <p:nvPr/>
        </p:nvSpPr>
        <p:spPr>
          <a:xfrm>
            <a:off x="186415" y="610499"/>
            <a:ext cx="11703352" cy="400110"/>
          </a:xfrm>
          <a:prstGeom prst="rect">
            <a:avLst/>
          </a:prstGeom>
          <a:noFill/>
          <a:ln>
            <a:noFill/>
          </a:ln>
        </p:spPr>
        <p:txBody>
          <a:bodyPr wrap="square">
            <a:spAutoFit/>
          </a:bodyPr>
          <a:lstStyle/>
          <a:p>
            <a:r>
              <a:rPr lang="en-US" sz="1000" dirty="0"/>
              <a:t>The best way to perform AI evaluations, observability, telemetry, and capability assessments is multilayered, integrating data, model, infrastructure, and behavioral monitoring; distributed tracing and telemetry using standards like OTEL; continuous automated and human-in-the-loop evaluators; and lifecycle aware observability spanning training, deployment, inference, and feedback phases. </a:t>
            </a:r>
          </a:p>
        </p:txBody>
      </p:sp>
      <p:graphicFrame>
        <p:nvGraphicFramePr>
          <p:cNvPr id="10" name="Table 9">
            <a:extLst>
              <a:ext uri="{FF2B5EF4-FFF2-40B4-BE49-F238E27FC236}">
                <a16:creationId xmlns:a16="http://schemas.microsoft.com/office/drawing/2014/main" id="{5E4204B6-2633-7620-38EA-51658E6432A0}"/>
              </a:ext>
            </a:extLst>
          </p:cNvPr>
          <p:cNvGraphicFramePr>
            <a:graphicFrameLocks noGrp="1"/>
          </p:cNvGraphicFramePr>
          <p:nvPr>
            <p:extLst>
              <p:ext uri="{D42A27DB-BD31-4B8C-83A1-F6EECF244321}">
                <p14:modId xmlns:p14="http://schemas.microsoft.com/office/powerpoint/2010/main" val="457933750"/>
              </p:ext>
            </p:extLst>
          </p:nvPr>
        </p:nvGraphicFramePr>
        <p:xfrm>
          <a:off x="186414" y="1160323"/>
          <a:ext cx="11703352" cy="2255520"/>
        </p:xfrm>
        <a:graphic>
          <a:graphicData uri="http://schemas.openxmlformats.org/drawingml/2006/table">
            <a:tbl>
              <a:tblPr firstRow="1" bandRow="1">
                <a:tableStyleId>{00A15C55-8517-42AA-B614-E9B94910E393}</a:tableStyleId>
              </a:tblPr>
              <a:tblGrid>
                <a:gridCol w="1134386">
                  <a:extLst>
                    <a:ext uri="{9D8B030D-6E8A-4147-A177-3AD203B41FA5}">
                      <a16:colId xmlns:a16="http://schemas.microsoft.com/office/drawing/2014/main" val="1441957438"/>
                    </a:ext>
                  </a:extLst>
                </a:gridCol>
                <a:gridCol w="1727200">
                  <a:extLst>
                    <a:ext uri="{9D8B030D-6E8A-4147-A177-3AD203B41FA5}">
                      <a16:colId xmlns:a16="http://schemas.microsoft.com/office/drawing/2014/main" val="1112732439"/>
                    </a:ext>
                  </a:extLst>
                </a:gridCol>
                <a:gridCol w="4377267">
                  <a:extLst>
                    <a:ext uri="{9D8B030D-6E8A-4147-A177-3AD203B41FA5}">
                      <a16:colId xmlns:a16="http://schemas.microsoft.com/office/drawing/2014/main" val="3146801109"/>
                    </a:ext>
                  </a:extLst>
                </a:gridCol>
                <a:gridCol w="4464499">
                  <a:extLst>
                    <a:ext uri="{9D8B030D-6E8A-4147-A177-3AD203B41FA5}">
                      <a16:colId xmlns:a16="http://schemas.microsoft.com/office/drawing/2014/main" val="739568303"/>
                    </a:ext>
                  </a:extLst>
                </a:gridCol>
              </a:tblGrid>
              <a:tr h="193822">
                <a:tc>
                  <a:txBody>
                    <a:bodyPr/>
                    <a:lstStyle/>
                    <a:p>
                      <a:pPr marL="0" marR="0" algn="ctr" fontAlgn="t">
                        <a:lnSpc>
                          <a:spcPts val="1950"/>
                        </a:lnSpc>
                        <a:buNone/>
                      </a:pPr>
                      <a:r>
                        <a:rPr lang="en-AU" sz="1200" b="1" dirty="0">
                          <a:solidFill>
                            <a:schemeClr val="tx1"/>
                          </a:solidFill>
                          <a:effectLst/>
                          <a:latin typeface="Roboto" panose="02000000000000000000" pitchFamily="2" charset="0"/>
                        </a:rPr>
                        <a:t>Layer</a:t>
                      </a:r>
                    </a:p>
                  </a:txBody>
                  <a:tcPr marR="76200" marB="76200">
                    <a:lnB w="12700" cap="flat" cmpd="sng" algn="ctr">
                      <a:solidFill>
                        <a:schemeClr val="tx1"/>
                      </a:solidFill>
                      <a:prstDash val="solid"/>
                      <a:round/>
                      <a:headEnd type="none" w="med" len="med"/>
                      <a:tailEnd type="none" w="med" len="med"/>
                    </a:lnB>
                  </a:tcPr>
                </a:tc>
                <a:tc>
                  <a:txBody>
                    <a:bodyPr/>
                    <a:lstStyle/>
                    <a:p>
                      <a:pPr marL="0" marR="0" algn="ctr" fontAlgn="t">
                        <a:lnSpc>
                          <a:spcPts val="1950"/>
                        </a:lnSpc>
                        <a:buNone/>
                      </a:pPr>
                      <a:r>
                        <a:rPr lang="en-AU" sz="1200" b="1">
                          <a:solidFill>
                            <a:schemeClr val="tx1"/>
                          </a:solidFill>
                          <a:effectLst/>
                          <a:latin typeface="Roboto" panose="02000000000000000000" pitchFamily="2" charset="0"/>
                        </a:rPr>
                        <a:t>Focus</a:t>
                      </a:r>
                    </a:p>
                  </a:txBody>
                  <a:tcPr marR="76200" marB="76200">
                    <a:lnB w="12700" cap="flat" cmpd="sng" algn="ctr">
                      <a:solidFill>
                        <a:schemeClr val="tx1"/>
                      </a:solidFill>
                      <a:prstDash val="solid"/>
                      <a:round/>
                      <a:headEnd type="none" w="med" len="med"/>
                      <a:tailEnd type="none" w="med" len="med"/>
                    </a:lnB>
                  </a:tcPr>
                </a:tc>
                <a:tc>
                  <a:txBody>
                    <a:bodyPr/>
                    <a:lstStyle/>
                    <a:p>
                      <a:pPr marL="0" marR="0" algn="ctr" fontAlgn="t">
                        <a:lnSpc>
                          <a:spcPts val="1950"/>
                        </a:lnSpc>
                        <a:buNone/>
                      </a:pPr>
                      <a:r>
                        <a:rPr lang="en-AU" sz="1200" b="1" dirty="0">
                          <a:solidFill>
                            <a:schemeClr val="tx1"/>
                          </a:solidFill>
                          <a:effectLst/>
                          <a:latin typeface="Roboto" panose="02000000000000000000" pitchFamily="2" charset="0"/>
                        </a:rPr>
                        <a:t>Key Metrics</a:t>
                      </a:r>
                    </a:p>
                  </a:txBody>
                  <a:tcPr marR="76200" marB="76200">
                    <a:lnB w="12700" cap="flat" cmpd="sng" algn="ctr">
                      <a:solidFill>
                        <a:schemeClr val="tx1"/>
                      </a:solidFill>
                      <a:prstDash val="solid"/>
                      <a:round/>
                      <a:headEnd type="none" w="med" len="med"/>
                      <a:tailEnd type="none" w="med" len="med"/>
                    </a:lnB>
                  </a:tcPr>
                </a:tc>
                <a:tc>
                  <a:txBody>
                    <a:bodyPr/>
                    <a:lstStyle/>
                    <a:p>
                      <a:pPr marL="0" marR="0" algn="ctr" fontAlgn="t">
                        <a:lnSpc>
                          <a:spcPts val="1950"/>
                        </a:lnSpc>
                        <a:buNone/>
                      </a:pPr>
                      <a:r>
                        <a:rPr lang="en-AU" sz="1200" b="1" dirty="0">
                          <a:solidFill>
                            <a:schemeClr val="tx1"/>
                          </a:solidFill>
                          <a:effectLst/>
                          <a:latin typeface="Roboto" panose="02000000000000000000" pitchFamily="2" charset="0"/>
                        </a:rPr>
                        <a:t>Tools/Methods</a:t>
                      </a:r>
                    </a:p>
                  </a:txBody>
                  <a:tcPr marB="7620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8414636"/>
                  </a:ext>
                </a:extLst>
              </a:tr>
              <a:tr h="193822">
                <a:tc>
                  <a:txBody>
                    <a:bodyPr/>
                    <a:lstStyle/>
                    <a:p>
                      <a:pPr marL="0" marR="0" algn="l" fontAlgn="t">
                        <a:lnSpc>
                          <a:spcPts val="1950"/>
                        </a:lnSpc>
                        <a:buNone/>
                      </a:pPr>
                      <a:r>
                        <a:rPr lang="en-AU" sz="900" b="0" dirty="0">
                          <a:effectLst/>
                          <a:latin typeface="Roboto" panose="02000000000000000000" pitchFamily="2" charset="0"/>
                        </a:rPr>
                        <a:t>Data</a:t>
                      </a:r>
                    </a:p>
                  </a:txBody>
                  <a:tcPr marR="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a:effectLst/>
                          <a:latin typeface="Roboto" panose="02000000000000000000" pitchFamily="2" charset="0"/>
                        </a:rPr>
                        <a:t>Quality &amp; drift</a:t>
                      </a:r>
                    </a:p>
                  </a:txBody>
                  <a:tcPr marR="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Roboto" panose="02000000000000000000" pitchFamily="2" charset="0"/>
                        </a:rPr>
                        <a:t>Schema changes, missing/duplicate values, drift detection</a:t>
                      </a:r>
                    </a:p>
                  </a:txBody>
                  <a:tcPr marR="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a:effectLst/>
                          <a:latin typeface="Roboto" panose="02000000000000000000" pitchFamily="2" charset="0"/>
                        </a:rPr>
                        <a:t>Data validator pipelines, anomaly detection</a:t>
                      </a:r>
                    </a:p>
                  </a:txBody>
                  <a:tcPr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113808381"/>
                  </a:ext>
                </a:extLst>
              </a:tr>
              <a:tr h="193822">
                <a:tc>
                  <a:txBody>
                    <a:bodyPr/>
                    <a:lstStyle/>
                    <a:p>
                      <a:pPr marL="0" marR="0" algn="l" fontAlgn="t">
                        <a:lnSpc>
                          <a:spcPts val="1950"/>
                        </a:lnSpc>
                        <a:buNone/>
                      </a:pPr>
                      <a:r>
                        <a:rPr lang="en-AU" sz="900" b="0">
                          <a:effectLst/>
                          <a:latin typeface="Roboto" panose="02000000000000000000" pitchFamily="2" charset="0"/>
                        </a:rPr>
                        <a:t>Model</a:t>
                      </a:r>
                    </a:p>
                  </a:txBody>
                  <a:tcPr marR="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Roboto" panose="02000000000000000000" pitchFamily="2" charset="0"/>
                        </a:rPr>
                        <a:t>Accuracy &amp; reliability</a:t>
                      </a:r>
                    </a:p>
                  </a:txBody>
                  <a:tcPr marR="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Roboto" panose="02000000000000000000" pitchFamily="2" charset="0"/>
                        </a:rPr>
                        <a:t>Accuracy decay, hallucinations, bias, confidence, token usage</a:t>
                      </a:r>
                    </a:p>
                  </a:txBody>
                  <a:tcPr marR="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a:effectLst/>
                          <a:latin typeface="Roboto" panose="02000000000000000000" pitchFamily="2" charset="0"/>
                        </a:rPr>
                        <a:t>Continuous evaluators, human-in-the-loop, A/B testing</a:t>
                      </a:r>
                    </a:p>
                  </a:txBody>
                  <a:tcPr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22724325"/>
                  </a:ext>
                </a:extLst>
              </a:tr>
              <a:tr h="193822">
                <a:tc>
                  <a:txBody>
                    <a:bodyPr/>
                    <a:lstStyle/>
                    <a:p>
                      <a:pPr marL="0" marR="0" algn="l" fontAlgn="t">
                        <a:lnSpc>
                          <a:spcPts val="1950"/>
                        </a:lnSpc>
                        <a:buNone/>
                      </a:pPr>
                      <a:r>
                        <a:rPr lang="en-AU" sz="900" b="0">
                          <a:effectLst/>
                          <a:latin typeface="Roboto" panose="02000000000000000000" pitchFamily="2" charset="0"/>
                        </a:rPr>
                        <a:t>Infrastructure</a:t>
                      </a:r>
                    </a:p>
                  </a:txBody>
                  <a:tcPr marR="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a:effectLst/>
                          <a:latin typeface="Roboto" panose="02000000000000000000" pitchFamily="2" charset="0"/>
                        </a:rPr>
                        <a:t>Performance &amp; scaling</a:t>
                      </a:r>
                    </a:p>
                  </a:txBody>
                  <a:tcPr marR="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Roboto" panose="02000000000000000000" pitchFamily="2" charset="0"/>
                        </a:rPr>
                        <a:t>Latency, throughput, GPU/CPU use, API uptime</a:t>
                      </a:r>
                    </a:p>
                  </a:txBody>
                  <a:tcPr marR="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Roboto" panose="02000000000000000000" pitchFamily="2" charset="0"/>
                        </a:rPr>
                        <a:t>OTEL telemetry, monitoring with Grafana/Prometheus/K8s-native tools</a:t>
                      </a:r>
                    </a:p>
                  </a:txBody>
                  <a:tcPr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135081230"/>
                  </a:ext>
                </a:extLst>
              </a:tr>
              <a:tr h="193822">
                <a:tc>
                  <a:txBody>
                    <a:bodyPr/>
                    <a:lstStyle/>
                    <a:p>
                      <a:pPr marL="0" marR="0" algn="l" fontAlgn="t">
                        <a:lnSpc>
                          <a:spcPts val="1950"/>
                        </a:lnSpc>
                        <a:buNone/>
                      </a:pPr>
                      <a:r>
                        <a:rPr lang="en-AU" sz="900" b="0">
                          <a:effectLst/>
                          <a:latin typeface="Roboto" panose="02000000000000000000" pitchFamily="2" charset="0"/>
                        </a:rPr>
                        <a:t>Behavior</a:t>
                      </a:r>
                    </a:p>
                  </a:txBody>
                  <a:tcPr marR="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a:effectLst/>
                          <a:latin typeface="Roboto" panose="02000000000000000000" pitchFamily="2" charset="0"/>
                        </a:rPr>
                        <a:t>Safety &amp; trust</a:t>
                      </a:r>
                    </a:p>
                  </a:txBody>
                  <a:tcPr marR="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Roboto" panose="02000000000000000000" pitchFamily="2" charset="0"/>
                        </a:rPr>
                        <a:t>Ethical risks, hallucinations, output anomalies</a:t>
                      </a:r>
                    </a:p>
                  </a:txBody>
                  <a:tcPr marR="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Roboto" panose="02000000000000000000" pitchFamily="2" charset="0"/>
                        </a:rPr>
                        <a:t>Red-teaming, post-deployment sampling, automated alerts</a:t>
                      </a:r>
                    </a:p>
                  </a:txBody>
                  <a:tcPr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6642563"/>
                  </a:ext>
                </a:extLst>
              </a:tr>
              <a:tr h="193822">
                <a:tc>
                  <a:txBody>
                    <a:bodyPr/>
                    <a:lstStyle/>
                    <a:p>
                      <a:pPr marL="0" marR="0" algn="l" fontAlgn="t">
                        <a:lnSpc>
                          <a:spcPts val="1950"/>
                        </a:lnSpc>
                        <a:buNone/>
                      </a:pPr>
                      <a:r>
                        <a:rPr lang="en-AU" sz="900" b="0">
                          <a:effectLst/>
                          <a:latin typeface="Roboto" panose="02000000000000000000" pitchFamily="2" charset="0"/>
                        </a:rPr>
                        <a:t>Capabilities</a:t>
                      </a:r>
                    </a:p>
                  </a:txBody>
                  <a:tcPr marR="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a:effectLst/>
                          <a:latin typeface="Roboto" panose="02000000000000000000" pitchFamily="2" charset="0"/>
                        </a:rPr>
                        <a:t>AI evaluation</a:t>
                      </a:r>
                    </a:p>
                  </a:txBody>
                  <a:tcPr marR="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a:effectLst/>
                          <a:latin typeface="Roboto" panose="02000000000000000000" pitchFamily="2" charset="0"/>
                        </a:rPr>
                        <a:t>Task adherence, groundedness, tool-call accuracy, safety</a:t>
                      </a:r>
                    </a:p>
                  </a:txBody>
                  <a:tcPr marR="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Roboto" panose="02000000000000000000" pitchFamily="2" charset="0"/>
                        </a:rPr>
                        <a:t>Automated + human evaluators, SDKs, lifecycle benchmarking</a:t>
                      </a:r>
                    </a:p>
                  </a:txBody>
                  <a:tcPr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099602862"/>
                  </a:ext>
                </a:extLst>
              </a:tr>
            </a:tbl>
          </a:graphicData>
        </a:graphic>
      </p:graphicFrame>
      <p:sp>
        <p:nvSpPr>
          <p:cNvPr id="15" name="TextBox 14">
            <a:extLst>
              <a:ext uri="{FF2B5EF4-FFF2-40B4-BE49-F238E27FC236}">
                <a16:creationId xmlns:a16="http://schemas.microsoft.com/office/drawing/2014/main" id="{7E4AAF69-B070-D40D-3AAD-732116A7C9FD}"/>
              </a:ext>
            </a:extLst>
          </p:cNvPr>
          <p:cNvSpPr txBox="1"/>
          <p:nvPr/>
        </p:nvSpPr>
        <p:spPr>
          <a:xfrm>
            <a:off x="90714" y="3759903"/>
            <a:ext cx="5350787" cy="2554545"/>
          </a:xfrm>
          <a:prstGeom prst="rect">
            <a:avLst/>
          </a:prstGeom>
          <a:noFill/>
          <a:ln>
            <a:solidFill>
              <a:schemeClr val="tx1"/>
            </a:solidFill>
          </a:ln>
        </p:spPr>
        <p:txBody>
          <a:bodyPr wrap="square">
            <a:spAutoFit/>
          </a:bodyPr>
          <a:lstStyle/>
          <a:p>
            <a:pPr marR="0" algn="l"/>
            <a:r>
              <a:rPr lang="en-AU" sz="1000" b="1" i="0" u="sng" dirty="0">
                <a:effectLst/>
                <a:latin typeface="+mj-lt"/>
              </a:rPr>
              <a:t>What do need to monitor</a:t>
            </a:r>
          </a:p>
          <a:p>
            <a:pPr marL="171450" marR="0" indent="-171450" algn="l">
              <a:buFont typeface="Arial" panose="020B0604020202020204" pitchFamily="34" charset="0"/>
              <a:buChar char="•"/>
            </a:pPr>
            <a:r>
              <a:rPr lang="en-AU" sz="1000" b="1" i="0" dirty="0">
                <a:effectLst/>
                <a:latin typeface="+mj-lt"/>
              </a:rPr>
              <a:t>Performance Metrics</a:t>
            </a:r>
            <a:r>
              <a:rPr lang="en-AU" sz="1000" b="0" i="0" dirty="0">
                <a:effectLst/>
                <a:latin typeface="+mj-lt"/>
              </a:rPr>
              <a:t>: latency, throughput, error rates.</a:t>
            </a:r>
          </a:p>
          <a:p>
            <a:pPr marL="171450" marR="0" indent="-171450" algn="l">
              <a:buFont typeface="Arial" panose="020B0604020202020204" pitchFamily="34" charset="0"/>
              <a:buChar char="•"/>
            </a:pPr>
            <a:r>
              <a:rPr lang="en-AU" sz="1000" b="1" i="0" dirty="0">
                <a:effectLst/>
                <a:latin typeface="+mj-lt"/>
              </a:rPr>
              <a:t>Drift Metrics</a:t>
            </a:r>
            <a:r>
              <a:rPr lang="en-AU" sz="1000" b="0" i="0" dirty="0">
                <a:effectLst/>
                <a:latin typeface="+mj-lt"/>
              </a:rPr>
              <a:t>:</a:t>
            </a:r>
          </a:p>
          <a:p>
            <a:pPr marL="742950" marR="0" lvl="1" indent="-285750" algn="l">
              <a:buFont typeface="Arial" panose="020B0604020202020204" pitchFamily="34" charset="0"/>
              <a:buChar char="•"/>
            </a:pPr>
            <a:r>
              <a:rPr lang="en-AU" sz="1000" b="1" i="0" dirty="0">
                <a:effectLst/>
                <a:latin typeface="+mj-lt"/>
              </a:rPr>
              <a:t>Data drift</a:t>
            </a:r>
            <a:r>
              <a:rPr lang="en-AU" sz="1000" b="0" i="0" dirty="0">
                <a:effectLst/>
                <a:latin typeface="+mj-lt"/>
              </a:rPr>
              <a:t>: changes in input distribution (Kolmogorov-Smirnov, Population Stability Index, Jensen-Shannon divergence).</a:t>
            </a:r>
          </a:p>
          <a:p>
            <a:pPr marL="742950" marR="0" lvl="1" indent="-285750" algn="l">
              <a:buFont typeface="Arial" panose="020B0604020202020204" pitchFamily="34" charset="0"/>
              <a:buChar char="•"/>
            </a:pPr>
            <a:r>
              <a:rPr lang="en-AU" sz="1000" b="1" i="0" dirty="0">
                <a:effectLst/>
                <a:latin typeface="+mj-lt"/>
              </a:rPr>
              <a:t>Concept drift</a:t>
            </a:r>
            <a:r>
              <a:rPr lang="en-AU" sz="1000" b="0" i="0" dirty="0">
                <a:effectLst/>
                <a:latin typeface="+mj-lt"/>
              </a:rPr>
              <a:t>: changes in input-output relationships or model assumptions; detected via prediction distribution shifts and KPI trend monitoring.</a:t>
            </a:r>
          </a:p>
          <a:p>
            <a:pPr marL="171450" marR="0" indent="-171450" algn="l">
              <a:buFont typeface="Arial" panose="020B0604020202020204" pitchFamily="34" charset="0"/>
              <a:buChar char="•"/>
            </a:pPr>
            <a:r>
              <a:rPr lang="en-AU" sz="1000" b="1" i="0" dirty="0">
                <a:effectLst/>
                <a:latin typeface="+mj-lt"/>
              </a:rPr>
              <a:t>Quality Metrics</a:t>
            </a:r>
            <a:r>
              <a:rPr lang="en-AU" sz="1000" b="0" i="0" dirty="0">
                <a:effectLst/>
                <a:latin typeface="+mj-lt"/>
              </a:rPr>
              <a:t>: hallucinations, output relevance, toxicity, coherence, faithfulness.</a:t>
            </a:r>
          </a:p>
          <a:p>
            <a:pPr marL="171450" marR="0" indent="-171450" algn="l">
              <a:buFont typeface="Arial" panose="020B0604020202020204" pitchFamily="34" charset="0"/>
              <a:buChar char="•"/>
            </a:pPr>
            <a:r>
              <a:rPr lang="en-AU" sz="1000" b="1" i="0" dirty="0">
                <a:effectLst/>
                <a:latin typeface="+mj-lt"/>
              </a:rPr>
              <a:t>Security &amp; Privacy Metrics</a:t>
            </a:r>
            <a:r>
              <a:rPr lang="en-AU" sz="1000" b="0" i="0" dirty="0">
                <a:effectLst/>
                <a:latin typeface="+mj-lt"/>
              </a:rPr>
              <a:t>: prompt injections, data/PII leakage, compliance measures.</a:t>
            </a:r>
          </a:p>
          <a:p>
            <a:pPr marL="171450" marR="0" indent="-171450" algn="l">
              <a:buFont typeface="Arial" panose="020B0604020202020204" pitchFamily="34" charset="0"/>
              <a:buChar char="•"/>
            </a:pPr>
            <a:r>
              <a:rPr lang="en-AU" sz="1000" b="1" i="0" dirty="0">
                <a:effectLst/>
                <a:latin typeface="+mj-lt"/>
              </a:rPr>
              <a:t>Cost Metrics</a:t>
            </a:r>
            <a:r>
              <a:rPr lang="en-AU" sz="1000" b="0" i="0" dirty="0">
                <a:effectLst/>
                <a:latin typeface="+mj-lt"/>
              </a:rPr>
              <a:t>: token usage, infrastructure costs, API costs.</a:t>
            </a:r>
          </a:p>
          <a:p>
            <a:pPr marL="171450" marR="0" indent="-171450" algn="l">
              <a:buFont typeface="Arial" panose="020B0604020202020204" pitchFamily="34" charset="0"/>
              <a:buChar char="•"/>
            </a:pPr>
            <a:r>
              <a:rPr lang="en-AU" sz="1000" b="1" i="0" dirty="0">
                <a:effectLst/>
                <a:latin typeface="+mj-lt"/>
              </a:rPr>
              <a:t>User Experience/KPI Metrics</a:t>
            </a:r>
            <a:r>
              <a:rPr lang="en-AU" sz="1000" b="0" i="0" dirty="0">
                <a:effectLst/>
                <a:latin typeface="+mj-lt"/>
              </a:rPr>
              <a:t>: response quality, conversion/engagement KPIs, prompt alignment.</a:t>
            </a:r>
          </a:p>
          <a:p>
            <a:pPr marL="171450" marR="0" indent="-171450" algn="l">
              <a:buFont typeface="Arial" panose="020B0604020202020204" pitchFamily="34" charset="0"/>
              <a:buChar char="•"/>
            </a:pPr>
            <a:endParaRPr lang="en-AU" sz="1000" dirty="0">
              <a:latin typeface="+mj-lt"/>
            </a:endParaRPr>
          </a:p>
          <a:p>
            <a:pPr marR="0" algn="l"/>
            <a:r>
              <a:rPr lang="en-AU" sz="1000" b="1" u="sng" dirty="0">
                <a:latin typeface="+mj-lt"/>
              </a:rPr>
              <a:t>How do we monitor</a:t>
            </a:r>
          </a:p>
          <a:p>
            <a:r>
              <a:rPr lang="en-AU" sz="1000" dirty="0" err="1"/>
              <a:t>OpenTelemetry</a:t>
            </a:r>
            <a:r>
              <a:rPr lang="en-AU" sz="1000" dirty="0"/>
              <a:t> + Grafana/Prometheus + </a:t>
            </a:r>
            <a:r>
              <a:rPr lang="en-AU" sz="1000" dirty="0" err="1"/>
              <a:t>MLflow</a:t>
            </a:r>
            <a:r>
              <a:rPr lang="en-AU" sz="1000" dirty="0"/>
              <a:t> (with Evidently or custom integrations)</a:t>
            </a:r>
            <a:br>
              <a:rPr lang="en-AU" sz="1000" dirty="0"/>
            </a:br>
            <a:r>
              <a:rPr lang="en-AU" sz="1000" dirty="0"/>
              <a:t>Vendor solutions </a:t>
            </a:r>
            <a:r>
              <a:rPr lang="en-AU" sz="1000" dirty="0">
                <a:sym typeface="Wingdings" panose="05000000000000000000" pitchFamily="2" charset="2"/>
              </a:rPr>
              <a:t> </a:t>
            </a:r>
            <a:r>
              <a:rPr lang="en-AU" sz="1000" dirty="0"/>
              <a:t>Evidently AI, Arize.ai, </a:t>
            </a:r>
            <a:r>
              <a:rPr lang="en-AU" sz="1000" dirty="0" err="1"/>
              <a:t>WhyLabs</a:t>
            </a:r>
            <a:r>
              <a:rPr lang="en-AU" sz="1000" dirty="0"/>
              <a:t>, </a:t>
            </a:r>
            <a:r>
              <a:rPr lang="en-AU" sz="1000" dirty="0" err="1"/>
              <a:t>Coralogix</a:t>
            </a:r>
            <a:r>
              <a:rPr lang="en-AU" sz="1000" dirty="0"/>
              <a:t> AI </a:t>
            </a:r>
            <a:r>
              <a:rPr lang="en-AU" sz="1000" dirty="0" err="1"/>
              <a:t>Center</a:t>
            </a:r>
            <a:endParaRPr lang="en-AU" sz="1000" dirty="0"/>
          </a:p>
        </p:txBody>
      </p:sp>
      <p:sp>
        <p:nvSpPr>
          <p:cNvPr id="17" name="TextBox 16">
            <a:extLst>
              <a:ext uri="{FF2B5EF4-FFF2-40B4-BE49-F238E27FC236}">
                <a16:creationId xmlns:a16="http://schemas.microsoft.com/office/drawing/2014/main" id="{09FAD3D9-6638-757A-B76D-AE3CAA6E783A}"/>
              </a:ext>
            </a:extLst>
          </p:cNvPr>
          <p:cNvSpPr txBox="1"/>
          <p:nvPr/>
        </p:nvSpPr>
        <p:spPr>
          <a:xfrm>
            <a:off x="5526168" y="3615968"/>
            <a:ext cx="6409119" cy="2862322"/>
          </a:xfrm>
          <a:prstGeom prst="rect">
            <a:avLst/>
          </a:prstGeom>
          <a:noFill/>
          <a:ln>
            <a:solidFill>
              <a:schemeClr val="tx1"/>
            </a:solidFill>
          </a:ln>
        </p:spPr>
        <p:txBody>
          <a:bodyPr wrap="square">
            <a:spAutoFit/>
          </a:bodyPr>
          <a:lstStyle/>
          <a:p>
            <a:r>
              <a:rPr lang="en-AU" sz="1000" b="1" u="sng" dirty="0"/>
              <a:t>Best Practise</a:t>
            </a:r>
          </a:p>
          <a:p>
            <a:r>
              <a:rPr lang="en-AU" sz="1000" b="1" dirty="0"/>
              <a:t>Baseline Establishment</a:t>
            </a:r>
            <a:r>
              <a:rPr lang="en-AU" sz="1000" dirty="0"/>
              <a:t>: Measure initial data distribution, model performance, and KPI thresholds during a stable production period (2–4 weeks recommended).</a:t>
            </a:r>
          </a:p>
          <a:p>
            <a:r>
              <a:rPr lang="en-AU" sz="1000" b="1" dirty="0"/>
              <a:t>Realtime Monitoring</a:t>
            </a:r>
            <a:r>
              <a:rPr lang="en-AU" sz="1000" dirty="0"/>
              <a:t>: Implement automated alerts using thresholds for drift, accuracy decay, hallucinations, </a:t>
            </a:r>
            <a:br>
              <a:rPr lang="en-AU" sz="1000" dirty="0"/>
            </a:br>
            <a:r>
              <a:rPr lang="en-AU" sz="1000" dirty="0"/>
              <a:t>latency spikes, or user KPI drops.</a:t>
            </a:r>
          </a:p>
          <a:p>
            <a:r>
              <a:rPr lang="en-AU" sz="1000" b="1" dirty="0"/>
              <a:t>Layered Drift Detection</a:t>
            </a:r>
            <a:r>
              <a:rPr lang="en-AU" sz="1000" dirty="0"/>
              <a:t>: Combine data, prediction, and error pattern shifts to improve detection reliability and </a:t>
            </a:r>
            <a:br>
              <a:rPr lang="en-AU" sz="1000" dirty="0"/>
            </a:br>
            <a:r>
              <a:rPr lang="en-AU" sz="1000" dirty="0"/>
              <a:t>reduce false positives (~60–70% reduction achievable with dynamic thresholds).</a:t>
            </a:r>
          </a:p>
          <a:p>
            <a:r>
              <a:rPr lang="en-AU" sz="1000" b="1" dirty="0"/>
              <a:t>Retraining Strategy</a:t>
            </a:r>
            <a:r>
              <a:rPr lang="en-AU" sz="1000" dirty="0"/>
              <a:t>: Use a </a:t>
            </a:r>
            <a:r>
              <a:rPr lang="en-AU" sz="1000" b="1" dirty="0"/>
              <a:t>hybrid approach</a:t>
            </a:r>
            <a:r>
              <a:rPr lang="en-AU" sz="1000" dirty="0"/>
              <a:t>—time-based and event-triggered retraining:</a:t>
            </a:r>
          </a:p>
          <a:p>
            <a:pPr lvl="1"/>
            <a:r>
              <a:rPr lang="en-AU" sz="1000" b="1" dirty="0"/>
              <a:t>Data drift</a:t>
            </a:r>
            <a:r>
              <a:rPr lang="en-AU" sz="1000" dirty="0"/>
              <a:t>: often corrected with incremental retraining.</a:t>
            </a:r>
          </a:p>
          <a:p>
            <a:pPr lvl="1"/>
            <a:r>
              <a:rPr lang="en-AU" sz="1000" b="1" dirty="0"/>
              <a:t>Concept drift</a:t>
            </a:r>
            <a:r>
              <a:rPr lang="en-AU" sz="1000" dirty="0"/>
              <a:t>: may require full retraining, feature engineering, or model redesign.</a:t>
            </a:r>
          </a:p>
          <a:p>
            <a:r>
              <a:rPr lang="en-AU" sz="1000" b="1" dirty="0"/>
              <a:t>Automated Retraining Pipelines</a:t>
            </a:r>
            <a:r>
              <a:rPr lang="en-AU" sz="1000" dirty="0"/>
              <a:t>: Deploy CI/CD pipelines or AI agents to automatically retrain and redeploy </a:t>
            </a:r>
            <a:br>
              <a:rPr lang="en-AU" sz="1000" dirty="0"/>
            </a:br>
            <a:r>
              <a:rPr lang="en-AU" sz="1000" dirty="0"/>
              <a:t>models when drift thresholds are crossed.</a:t>
            </a:r>
          </a:p>
          <a:p>
            <a:r>
              <a:rPr lang="en-AU" sz="1000" b="1" dirty="0"/>
              <a:t>Alert Management</a:t>
            </a:r>
            <a:r>
              <a:rPr lang="en-AU" sz="1000" dirty="0"/>
              <a:t>: Use dynamic thresholds, deduplicated alerts, and escalation workflows (Slack/PagerDuty </a:t>
            </a:r>
            <a:br>
              <a:rPr lang="en-AU" sz="1000" dirty="0"/>
            </a:br>
            <a:r>
              <a:rPr lang="en-AU" sz="1000" dirty="0"/>
              <a:t>integration) to prevent alert fatigue.</a:t>
            </a:r>
          </a:p>
          <a:p>
            <a:r>
              <a:rPr lang="en-AU" sz="1000" b="1" dirty="0"/>
              <a:t>Proactive Analytics</a:t>
            </a:r>
            <a:r>
              <a:rPr lang="en-AU" sz="1000" dirty="0"/>
              <a:t>: Use dashboards that combine metrics, errors, KPI trends, and costs to support </a:t>
            </a:r>
            <a:br>
              <a:rPr lang="en-AU" sz="1000" dirty="0"/>
            </a:br>
            <a:r>
              <a:rPr lang="en-AU" sz="1000" dirty="0"/>
              <a:t>decision-making. Include root cause analysis (RCA) tools.</a:t>
            </a:r>
          </a:p>
          <a:p>
            <a:r>
              <a:rPr lang="en-AU" sz="1000" b="1" dirty="0"/>
              <a:t>Continuous Evaluation</a:t>
            </a:r>
            <a:r>
              <a:rPr lang="en-AU" sz="1000" dirty="0"/>
              <a:t>: Evaluate model health across </a:t>
            </a:r>
            <a:r>
              <a:rPr lang="en-AU" sz="1000" b="1" dirty="0"/>
              <a:t>accuracy, precision, recall, throughput, latency, and </a:t>
            </a:r>
            <a:br>
              <a:rPr lang="en-AU" sz="1000" b="1" dirty="0"/>
            </a:br>
            <a:r>
              <a:rPr lang="en-AU" sz="1000" b="1" dirty="0"/>
              <a:t>drift metrics</a:t>
            </a:r>
            <a:r>
              <a:rPr lang="en-AU" sz="1000" dirty="0"/>
              <a:t> regularly for adaptive learning and performance recovery.</a:t>
            </a:r>
          </a:p>
        </p:txBody>
      </p:sp>
    </p:spTree>
    <p:extLst>
      <p:ext uri="{BB962C8B-B14F-4D97-AF65-F5344CB8AC3E}">
        <p14:creationId xmlns:p14="http://schemas.microsoft.com/office/powerpoint/2010/main" val="280802322"/>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2EC1E933-69C5-D32B-7F63-E821900FEC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02171FD-374D-ECF9-7EE7-78A627EA5581}"/>
              </a:ext>
            </a:extLst>
          </p:cNvPr>
          <p:cNvSpPr txBox="1"/>
          <p:nvPr/>
        </p:nvSpPr>
        <p:spPr>
          <a:xfrm>
            <a:off x="982058" y="2104817"/>
            <a:ext cx="10058400" cy="707886"/>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AU" sz="4000" b="1" dirty="0">
                <a:solidFill>
                  <a:prstClr val="black"/>
                </a:solidFill>
                <a:latin typeface="Aptos" panose="02110004020202020204"/>
              </a:rPr>
              <a:t>Solution Stack – Cloud Providers</a:t>
            </a:r>
          </a:p>
        </p:txBody>
      </p:sp>
      <p:sp>
        <p:nvSpPr>
          <p:cNvPr id="5" name="Rectangle 4">
            <a:extLst>
              <a:ext uri="{FF2B5EF4-FFF2-40B4-BE49-F238E27FC236}">
                <a16:creationId xmlns:a16="http://schemas.microsoft.com/office/drawing/2014/main" id="{078FCDC1-7E7A-62DE-5B06-A467BCCF4E85}"/>
              </a:ext>
            </a:extLst>
          </p:cNvPr>
          <p:cNvSpPr/>
          <p:nvPr/>
        </p:nvSpPr>
        <p:spPr>
          <a:xfrm flipV="1">
            <a:off x="2311400" y="2775374"/>
            <a:ext cx="7450667" cy="45719"/>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8FCC30F5-F980-0E89-18DE-0F61F1E87C30}"/>
              </a:ext>
            </a:extLst>
          </p:cNvPr>
          <p:cNvSpPr txBox="1"/>
          <p:nvPr/>
        </p:nvSpPr>
        <p:spPr>
          <a:xfrm>
            <a:off x="1066800" y="2892217"/>
            <a:ext cx="10058400" cy="323165"/>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AU" sz="1500" b="1" dirty="0">
                <a:solidFill>
                  <a:prstClr val="black"/>
                </a:solidFill>
                <a:latin typeface="Aptos" panose="02110004020202020204"/>
              </a:rPr>
              <a:t>AWS, MICROSOFT &amp; GOOGLE</a:t>
            </a:r>
          </a:p>
        </p:txBody>
      </p:sp>
      <p:sp>
        <p:nvSpPr>
          <p:cNvPr id="7" name="TextBox 6">
            <a:extLst>
              <a:ext uri="{FF2B5EF4-FFF2-40B4-BE49-F238E27FC236}">
                <a16:creationId xmlns:a16="http://schemas.microsoft.com/office/drawing/2014/main" id="{DFCAED0E-C88C-BB0E-718D-305E51F24503}"/>
              </a:ext>
            </a:extLst>
          </p:cNvPr>
          <p:cNvSpPr txBox="1"/>
          <p:nvPr/>
        </p:nvSpPr>
        <p:spPr>
          <a:xfrm>
            <a:off x="186268" y="6303074"/>
            <a:ext cx="10058400" cy="323165"/>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AU" sz="1500" b="1" dirty="0">
                <a:solidFill>
                  <a:srgbClr val="FF0000"/>
                </a:solidFill>
                <a:latin typeface="Aptos" panose="02110004020202020204"/>
              </a:rPr>
              <a:t>Oracle, IBM, Alibaba Cloud – Not Considered </a:t>
            </a:r>
          </a:p>
        </p:txBody>
      </p:sp>
    </p:spTree>
    <p:extLst>
      <p:ext uri="{BB962C8B-B14F-4D97-AF65-F5344CB8AC3E}">
        <p14:creationId xmlns:p14="http://schemas.microsoft.com/office/powerpoint/2010/main" val="2053711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D3AEEDC9-3DF6-C1DD-8C44-3F18FF3D24B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8446B35-60BB-52B1-5DD7-77AEDE361C59}"/>
              </a:ext>
            </a:extLst>
          </p:cNvPr>
          <p:cNvPicPr>
            <a:picLocks noChangeAspect="1"/>
          </p:cNvPicPr>
          <p:nvPr/>
        </p:nvPicPr>
        <p:blipFill>
          <a:blip r:embed="rId3"/>
          <a:stretch>
            <a:fillRect/>
          </a:stretch>
        </p:blipFill>
        <p:spPr>
          <a:xfrm>
            <a:off x="118534" y="720980"/>
            <a:ext cx="11975882" cy="6035420"/>
          </a:xfrm>
          <a:prstGeom prst="rect">
            <a:avLst/>
          </a:prstGeom>
          <a:ln>
            <a:noFill/>
          </a:ln>
          <a:effectLst>
            <a:outerShdw blurRad="292100" dist="139700" dir="2700000" algn="tl" rotWithShape="0">
              <a:srgbClr val="333333">
                <a:alpha val="65000"/>
              </a:srgbClr>
            </a:outerShdw>
          </a:effectLst>
        </p:spPr>
      </p:pic>
      <p:sp>
        <p:nvSpPr>
          <p:cNvPr id="12" name="TextBox 11">
            <a:extLst>
              <a:ext uri="{FF2B5EF4-FFF2-40B4-BE49-F238E27FC236}">
                <a16:creationId xmlns:a16="http://schemas.microsoft.com/office/drawing/2014/main" id="{ACE858D1-FB5F-276F-8D52-D260646A3A35}"/>
              </a:ext>
            </a:extLst>
          </p:cNvPr>
          <p:cNvSpPr txBox="1"/>
          <p:nvPr/>
        </p:nvSpPr>
        <p:spPr>
          <a:xfrm>
            <a:off x="90711" y="-26130"/>
            <a:ext cx="100584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dirty="0">
                <a:ln>
                  <a:noFill/>
                </a:ln>
                <a:solidFill>
                  <a:prstClr val="black"/>
                </a:solidFill>
                <a:effectLst/>
                <a:uLnTx/>
                <a:uFillTx/>
                <a:latin typeface="Aptos" panose="02110004020202020204"/>
                <a:ea typeface="+mn-ea"/>
                <a:cs typeface="+mn-cs"/>
              </a:rPr>
              <a:t>AWS</a:t>
            </a:r>
            <a:endParaRPr kumimoji="0" sz="30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553AF5B0-6CA3-587B-A38C-F4E6D1BA76B4}"/>
              </a:ext>
            </a:extLst>
          </p:cNvPr>
          <p:cNvSpPr/>
          <p:nvPr/>
        </p:nvSpPr>
        <p:spPr>
          <a:xfrm>
            <a:off x="161017" y="484287"/>
            <a:ext cx="880384" cy="45719"/>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85305059"/>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48DD802D-2F26-A458-76D8-117825AF7E6B}"/>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FD0F05F-610D-354F-83CD-9DF6D31FD5C9}"/>
              </a:ext>
            </a:extLst>
          </p:cNvPr>
          <p:cNvPicPr>
            <a:picLocks noChangeAspect="1"/>
          </p:cNvPicPr>
          <p:nvPr/>
        </p:nvPicPr>
        <p:blipFill>
          <a:blip r:embed="rId3"/>
          <a:stretch>
            <a:fillRect/>
          </a:stretch>
        </p:blipFill>
        <p:spPr>
          <a:xfrm>
            <a:off x="76198" y="702734"/>
            <a:ext cx="11990333" cy="6084355"/>
          </a:xfrm>
          <a:prstGeom prst="rect">
            <a:avLst/>
          </a:prstGeom>
          <a:ln>
            <a:noFill/>
          </a:ln>
          <a:effectLst>
            <a:outerShdw blurRad="292100" dist="139700" dir="2700000" algn="tl" rotWithShape="0">
              <a:srgbClr val="333333">
                <a:alpha val="65000"/>
              </a:srgbClr>
            </a:outerShdw>
          </a:effectLst>
        </p:spPr>
      </p:pic>
      <p:sp>
        <p:nvSpPr>
          <p:cNvPr id="3" name="TextBox 2">
            <a:extLst>
              <a:ext uri="{FF2B5EF4-FFF2-40B4-BE49-F238E27FC236}">
                <a16:creationId xmlns:a16="http://schemas.microsoft.com/office/drawing/2014/main" id="{7A0B0460-1521-8FB2-58F4-711E6A2ACB02}"/>
              </a:ext>
            </a:extLst>
          </p:cNvPr>
          <p:cNvSpPr txBox="1"/>
          <p:nvPr/>
        </p:nvSpPr>
        <p:spPr>
          <a:xfrm>
            <a:off x="90711" y="-26130"/>
            <a:ext cx="100584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dirty="0">
                <a:ln>
                  <a:noFill/>
                </a:ln>
                <a:solidFill>
                  <a:prstClr val="black"/>
                </a:solidFill>
                <a:effectLst/>
                <a:uLnTx/>
                <a:uFillTx/>
                <a:latin typeface="Aptos" panose="02110004020202020204"/>
                <a:ea typeface="+mn-ea"/>
                <a:cs typeface="+mn-cs"/>
              </a:rPr>
              <a:t>AZURE</a:t>
            </a:r>
            <a:endParaRPr kumimoji="0" sz="30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3B878095-39BA-AD9F-76A2-94CC2185C93A}"/>
              </a:ext>
            </a:extLst>
          </p:cNvPr>
          <p:cNvSpPr/>
          <p:nvPr/>
        </p:nvSpPr>
        <p:spPr>
          <a:xfrm>
            <a:off x="161017" y="484287"/>
            <a:ext cx="1244450" cy="45719"/>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32761073"/>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2D2C8395-38D4-5193-2342-55ED77335728}"/>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316DBBF4-F08A-5F88-BA55-6CCA34F7C189}"/>
              </a:ext>
            </a:extLst>
          </p:cNvPr>
          <p:cNvPicPr>
            <a:picLocks noChangeAspect="1"/>
          </p:cNvPicPr>
          <p:nvPr/>
        </p:nvPicPr>
        <p:blipFill>
          <a:blip r:embed="rId3"/>
          <a:stretch>
            <a:fillRect/>
          </a:stretch>
        </p:blipFill>
        <p:spPr>
          <a:xfrm>
            <a:off x="118535" y="668868"/>
            <a:ext cx="11946467" cy="2922706"/>
          </a:xfrm>
          <a:prstGeom prst="rect">
            <a:avLst/>
          </a:prstGeom>
          <a:ln>
            <a:no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5F8C19D1-25D6-E69F-6A08-C969857F4D0E}"/>
              </a:ext>
            </a:extLst>
          </p:cNvPr>
          <p:cNvPicPr>
            <a:picLocks noChangeAspect="1"/>
          </p:cNvPicPr>
          <p:nvPr/>
        </p:nvPicPr>
        <p:blipFill>
          <a:blip r:embed="rId4"/>
          <a:stretch>
            <a:fillRect/>
          </a:stretch>
        </p:blipFill>
        <p:spPr>
          <a:xfrm>
            <a:off x="190239" y="3799823"/>
            <a:ext cx="11807027" cy="2922706"/>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0A094FAF-16FE-8792-2E62-0BB9578F533D}"/>
              </a:ext>
            </a:extLst>
          </p:cNvPr>
          <p:cNvSpPr txBox="1"/>
          <p:nvPr/>
        </p:nvSpPr>
        <p:spPr>
          <a:xfrm>
            <a:off x="90711" y="-26130"/>
            <a:ext cx="100584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000" b="1" dirty="0">
                <a:solidFill>
                  <a:prstClr val="black"/>
                </a:solidFill>
                <a:latin typeface="Aptos" panose="02110004020202020204"/>
              </a:rPr>
              <a:t>GOOGLE</a:t>
            </a:r>
            <a:endParaRPr kumimoji="0" sz="30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C5DB3A4C-D41B-901F-5D80-960589DFCEAA}"/>
              </a:ext>
            </a:extLst>
          </p:cNvPr>
          <p:cNvSpPr/>
          <p:nvPr/>
        </p:nvSpPr>
        <p:spPr>
          <a:xfrm flipV="1">
            <a:off x="161017" y="438568"/>
            <a:ext cx="1591584" cy="45719"/>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10828544"/>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9D778254-A16D-F1AA-A3EB-70F9FA97EA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983A5C3-02F7-6456-E897-B3D53771E461}"/>
              </a:ext>
            </a:extLst>
          </p:cNvPr>
          <p:cNvSpPr txBox="1"/>
          <p:nvPr/>
        </p:nvSpPr>
        <p:spPr>
          <a:xfrm>
            <a:off x="90711" y="-26130"/>
            <a:ext cx="100584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000" b="1" dirty="0">
                <a:solidFill>
                  <a:prstClr val="black"/>
                </a:solidFill>
                <a:latin typeface="Aptos" panose="02110004020202020204"/>
              </a:rPr>
              <a:t>Solution </a:t>
            </a:r>
            <a:r>
              <a:rPr kumimoji="0" lang="en-AU" sz="3000" b="1" i="0" u="none" strike="noStrike" kern="1200" cap="none" spc="0" normalizeH="0" baseline="0" noProof="0" dirty="0">
                <a:ln>
                  <a:noFill/>
                </a:ln>
                <a:solidFill>
                  <a:prstClr val="black"/>
                </a:solidFill>
                <a:effectLst/>
                <a:uLnTx/>
                <a:uFillTx/>
                <a:latin typeface="Aptos" panose="02110004020202020204"/>
                <a:ea typeface="+mn-ea"/>
                <a:cs typeface="+mn-cs"/>
              </a:rPr>
              <a:t>Alternatives</a:t>
            </a:r>
            <a:endParaRPr kumimoji="0" sz="30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952B2625-2780-61CE-ED5D-25890CE4F5E6}"/>
              </a:ext>
            </a:extLst>
          </p:cNvPr>
          <p:cNvSpPr/>
          <p:nvPr/>
        </p:nvSpPr>
        <p:spPr>
          <a:xfrm>
            <a:off x="161016" y="484287"/>
            <a:ext cx="3648984" cy="45719"/>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aphicFrame>
        <p:nvGraphicFramePr>
          <p:cNvPr id="2" name="Table 1">
            <a:extLst>
              <a:ext uri="{FF2B5EF4-FFF2-40B4-BE49-F238E27FC236}">
                <a16:creationId xmlns:a16="http://schemas.microsoft.com/office/drawing/2014/main" id="{60D50C9F-A53F-CED7-085A-2689191E4582}"/>
              </a:ext>
            </a:extLst>
          </p:cNvPr>
          <p:cNvGraphicFramePr>
            <a:graphicFrameLocks noGrp="1"/>
          </p:cNvGraphicFramePr>
          <p:nvPr>
            <p:extLst>
              <p:ext uri="{D42A27DB-BD31-4B8C-83A1-F6EECF244321}">
                <p14:modId xmlns:p14="http://schemas.microsoft.com/office/powerpoint/2010/main" val="3396149695"/>
              </p:ext>
            </p:extLst>
          </p:nvPr>
        </p:nvGraphicFramePr>
        <p:xfrm>
          <a:off x="127148" y="660398"/>
          <a:ext cx="11929384" cy="5999480"/>
        </p:xfrm>
        <a:graphic>
          <a:graphicData uri="http://schemas.openxmlformats.org/drawingml/2006/table">
            <a:tbl>
              <a:tblPr firstRow="1" bandRow="1">
                <a:tableStyleId>{00A15C55-8517-42AA-B614-E9B94910E393}</a:tableStyleId>
              </a:tblPr>
              <a:tblGrid>
                <a:gridCol w="1083584">
                  <a:extLst>
                    <a:ext uri="{9D8B030D-6E8A-4147-A177-3AD203B41FA5}">
                      <a16:colId xmlns:a16="http://schemas.microsoft.com/office/drawing/2014/main" val="3477688213"/>
                    </a:ext>
                  </a:extLst>
                </a:gridCol>
                <a:gridCol w="1193800">
                  <a:extLst>
                    <a:ext uri="{9D8B030D-6E8A-4147-A177-3AD203B41FA5}">
                      <a16:colId xmlns:a16="http://schemas.microsoft.com/office/drawing/2014/main" val="534970118"/>
                    </a:ext>
                  </a:extLst>
                </a:gridCol>
                <a:gridCol w="4394200">
                  <a:extLst>
                    <a:ext uri="{9D8B030D-6E8A-4147-A177-3AD203B41FA5}">
                      <a16:colId xmlns:a16="http://schemas.microsoft.com/office/drawing/2014/main" val="2482756688"/>
                    </a:ext>
                  </a:extLst>
                </a:gridCol>
                <a:gridCol w="5257800">
                  <a:extLst>
                    <a:ext uri="{9D8B030D-6E8A-4147-A177-3AD203B41FA5}">
                      <a16:colId xmlns:a16="http://schemas.microsoft.com/office/drawing/2014/main" val="1899799206"/>
                    </a:ext>
                  </a:extLst>
                </a:gridCol>
              </a:tblGrid>
              <a:tr h="0">
                <a:tc>
                  <a:txBody>
                    <a:bodyPr/>
                    <a:lstStyle/>
                    <a:p>
                      <a:pPr marL="0" marR="0" algn="ctr" fontAlgn="t">
                        <a:buNone/>
                      </a:pPr>
                      <a:r>
                        <a:rPr lang="en-AU" sz="1200" b="1" i="0" dirty="0">
                          <a:solidFill>
                            <a:srgbClr val="172B4D"/>
                          </a:solidFill>
                          <a:effectLst/>
                          <a:latin typeface="Aptos (Body)"/>
                        </a:rPr>
                        <a:t>Capability</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t">
                        <a:buNone/>
                      </a:pPr>
                      <a:r>
                        <a:rPr lang="en-AU" sz="1200" b="1" i="0" dirty="0">
                          <a:solidFill>
                            <a:srgbClr val="172B4D"/>
                          </a:solidFill>
                          <a:effectLst/>
                          <a:latin typeface="Aptos (Body)"/>
                        </a:rPr>
                        <a:t>AWS Service</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t">
                        <a:buNone/>
                      </a:pPr>
                      <a:r>
                        <a:rPr lang="en-AU" sz="1200" b="1" i="0" dirty="0">
                          <a:solidFill>
                            <a:srgbClr val="172B4D"/>
                          </a:solidFill>
                          <a:effectLst/>
                          <a:latin typeface="Aptos (Body)"/>
                        </a:rPr>
                        <a:t>Alternatives</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t">
                        <a:buNone/>
                      </a:pPr>
                      <a:r>
                        <a:rPr lang="en-AU" sz="1200" b="1" i="0" dirty="0">
                          <a:solidFill>
                            <a:srgbClr val="172B4D"/>
                          </a:solidFill>
                          <a:effectLst/>
                          <a:latin typeface="Aptos (Body)"/>
                        </a:rPr>
                        <a:t>Evaluation &amp; Usage</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3699299"/>
                  </a:ext>
                </a:extLst>
              </a:tr>
              <a:tr h="280732">
                <a:tc>
                  <a:txBody>
                    <a:bodyPr/>
                    <a:lstStyle/>
                    <a:p>
                      <a:pPr marL="0" marR="0" algn="l" fontAlgn="t">
                        <a:buNone/>
                      </a:pPr>
                      <a:r>
                        <a:rPr lang="en-AU" sz="900" b="0" i="0" dirty="0">
                          <a:solidFill>
                            <a:srgbClr val="172B4D"/>
                          </a:solidFill>
                          <a:effectLst/>
                          <a:latin typeface="Aptos (Body)"/>
                        </a:rPr>
                        <a:t>SEARCH</a:t>
                      </a:r>
                    </a:p>
                  </a:txBody>
                  <a:tcPr marL="76200" marR="76200" marT="53340" marB="533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buNone/>
                      </a:pPr>
                      <a:r>
                        <a:rPr lang="en-AU" sz="900" b="0" i="0">
                          <a:solidFill>
                            <a:srgbClr val="172B4D"/>
                          </a:solidFill>
                          <a:effectLst/>
                          <a:latin typeface="Aptos (Body)"/>
                        </a:rPr>
                        <a:t>KENDRA</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171450" marR="0" indent="-171450" algn="l" fontAlgn="t">
                        <a:buFont typeface="Arial" panose="020B0604020202020204" pitchFamily="34" charset="0"/>
                        <a:buChar char="•"/>
                      </a:pPr>
                      <a:r>
                        <a:rPr lang="en-AU" sz="900" b="0" i="0" dirty="0">
                          <a:solidFill>
                            <a:schemeClr val="tx1"/>
                          </a:solidFill>
                          <a:effectLst/>
                          <a:latin typeface="Aptos (Body)"/>
                        </a:rPr>
                        <a:t>IBM Watson Discovery</a:t>
                      </a:r>
                    </a:p>
                    <a:p>
                      <a:pPr marL="171450" marR="0" indent="-171450" algn="l" fontAlgn="t">
                        <a:buFont typeface="Arial" panose="020B0604020202020204" pitchFamily="34" charset="0"/>
                        <a:buChar char="•"/>
                      </a:pPr>
                      <a:r>
                        <a:rPr lang="en-AU" sz="900" b="0" i="0" dirty="0" err="1">
                          <a:solidFill>
                            <a:schemeClr val="tx1"/>
                          </a:solidFill>
                          <a:effectLst/>
                          <a:latin typeface="Aptos (Body)"/>
                        </a:rPr>
                        <a:t>ElasticSearch</a:t>
                      </a:r>
                      <a:endParaRPr lang="en-AU" sz="900" b="0" i="0" dirty="0">
                        <a:solidFill>
                          <a:schemeClr val="tx1"/>
                        </a:solidFill>
                        <a:effectLst/>
                        <a:latin typeface="Aptos (Body)"/>
                      </a:endParaRPr>
                    </a:p>
                    <a:p>
                      <a:pPr marL="171450" marR="0" indent="-171450" algn="l" fontAlgn="t">
                        <a:buFont typeface="Arial" panose="020B0604020202020204" pitchFamily="34" charset="0"/>
                        <a:buChar char="•"/>
                      </a:pPr>
                      <a:r>
                        <a:rPr lang="en-AU" sz="900" b="0" i="0" dirty="0">
                          <a:solidFill>
                            <a:schemeClr val="tx1"/>
                          </a:solidFill>
                          <a:effectLst/>
                          <a:latin typeface="Aptos (Body)"/>
                        </a:rPr>
                        <a:t>Clause Match</a:t>
                      </a:r>
                    </a:p>
                    <a:p>
                      <a:pPr marL="171450" marR="0" indent="-171450" algn="l" fontAlgn="t">
                        <a:buFont typeface="Arial" panose="020B0604020202020204" pitchFamily="34" charset="0"/>
                        <a:buChar char="•"/>
                      </a:pPr>
                      <a:r>
                        <a:rPr lang="en-AU" sz="900" b="0" i="0" dirty="0">
                          <a:solidFill>
                            <a:schemeClr val="tx1"/>
                          </a:solidFill>
                          <a:effectLst/>
                          <a:latin typeface="Aptos (Body)"/>
                        </a:rPr>
                        <a:t>Sapient</a:t>
                      </a:r>
                    </a:p>
                    <a:p>
                      <a:pPr marL="171450" marR="0" indent="-171450" algn="l" fontAlgn="t">
                        <a:buFont typeface="Arial" panose="020B0604020202020204" pitchFamily="34" charset="0"/>
                        <a:buChar char="•"/>
                      </a:pPr>
                      <a:r>
                        <a:rPr lang="en-AU" sz="900" b="0" i="0" dirty="0">
                          <a:solidFill>
                            <a:schemeClr val="tx1"/>
                          </a:solidFill>
                          <a:effectLst/>
                          <a:latin typeface="Aptos (Body)"/>
                        </a:rPr>
                        <a:t>Open AI</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171450" marR="0" indent="-171450" algn="l" fontAlgn="t">
                        <a:buFont typeface="Arial" panose="020B0604020202020204" pitchFamily="34" charset="0"/>
                        <a:buChar char="•"/>
                      </a:pPr>
                      <a:endParaRPr lang="en-AU" sz="900" b="0" i="0" dirty="0">
                        <a:solidFill>
                          <a:schemeClr val="tx1"/>
                        </a:solidFill>
                        <a:effectLst/>
                        <a:latin typeface="Aptos (Body)"/>
                      </a:endParaRP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252846984"/>
                  </a:ext>
                </a:extLst>
              </a:tr>
              <a:tr h="280732">
                <a:tc rowSpan="3">
                  <a:txBody>
                    <a:bodyPr/>
                    <a:lstStyle/>
                    <a:p>
                      <a:pPr marL="0" marR="0" algn="l" fontAlgn="t">
                        <a:buNone/>
                      </a:pPr>
                      <a:r>
                        <a:rPr lang="en-AU" sz="900" b="0" i="0" dirty="0">
                          <a:solidFill>
                            <a:srgbClr val="172B4D"/>
                          </a:solidFill>
                          <a:effectLst/>
                          <a:latin typeface="Aptos (Body)"/>
                        </a:rPr>
                        <a:t>CONVERSATION</a:t>
                      </a:r>
                    </a:p>
                  </a:txBody>
                  <a:tcPr marL="76200" marR="76200" marT="53340" marB="533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buNone/>
                      </a:pPr>
                      <a:r>
                        <a:rPr lang="en-AU" sz="900" b="0" i="0" dirty="0">
                          <a:solidFill>
                            <a:srgbClr val="172B4D"/>
                          </a:solidFill>
                          <a:effectLst/>
                          <a:latin typeface="Aptos (Body)"/>
                        </a:rPr>
                        <a:t>LEX</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171450" marR="0" indent="-171450" algn="l" fontAlgn="t">
                        <a:buFont typeface="Arial" panose="020B0604020202020204" pitchFamily="34" charset="0"/>
                        <a:buChar char="•"/>
                      </a:pPr>
                      <a:r>
                        <a:rPr lang="en-AU" sz="900" b="0" i="0" dirty="0">
                          <a:solidFill>
                            <a:srgbClr val="172B4D"/>
                          </a:solidFill>
                          <a:effectLst/>
                          <a:latin typeface="Aptos (Body)"/>
                        </a:rPr>
                        <a:t>IBM Watson Assistant</a:t>
                      </a:r>
                    </a:p>
                    <a:p>
                      <a:pPr marL="171450" marR="0" indent="-171450" algn="l" fontAlgn="t">
                        <a:buFont typeface="Arial" panose="020B0604020202020204" pitchFamily="34" charset="0"/>
                        <a:buChar char="•"/>
                      </a:pPr>
                      <a:r>
                        <a:rPr lang="en-AU" sz="900" b="0" i="0" dirty="0">
                          <a:solidFill>
                            <a:srgbClr val="172B4D"/>
                          </a:solidFill>
                          <a:effectLst/>
                          <a:latin typeface="Aptos (Body)"/>
                        </a:rPr>
                        <a:t>Azure BOT Service</a:t>
                      </a:r>
                    </a:p>
                    <a:p>
                      <a:pPr marL="171450" marR="0" indent="-171450" algn="l" fontAlgn="t">
                        <a:buFont typeface="Arial" panose="020B0604020202020204" pitchFamily="34" charset="0"/>
                        <a:buChar char="•"/>
                      </a:pPr>
                      <a:r>
                        <a:rPr lang="en-AU" sz="900" b="0" i="0" dirty="0">
                          <a:solidFill>
                            <a:srgbClr val="172B4D"/>
                          </a:solidFill>
                          <a:effectLst/>
                          <a:latin typeface="Aptos (Body)"/>
                        </a:rPr>
                        <a:t>Google Cloud Dialogue Flow</a:t>
                      </a:r>
                    </a:p>
                    <a:p>
                      <a:pPr marL="171450" marR="0" indent="-171450" algn="l" fontAlgn="t">
                        <a:buFont typeface="Arial" panose="020B0604020202020204" pitchFamily="34" charset="0"/>
                        <a:buChar char="•"/>
                      </a:pPr>
                      <a:r>
                        <a:rPr lang="en-AU" sz="900" b="0" i="0" dirty="0">
                          <a:solidFill>
                            <a:srgbClr val="172B4D"/>
                          </a:solidFill>
                          <a:effectLst/>
                          <a:latin typeface="Aptos (Body)"/>
                        </a:rPr>
                        <a:t>Drift</a:t>
                      </a:r>
                    </a:p>
                    <a:p>
                      <a:pPr marL="171450" marR="0" indent="-171450" algn="l" fontAlgn="t">
                        <a:buFont typeface="Arial" panose="020B0604020202020204" pitchFamily="34" charset="0"/>
                        <a:buChar char="•"/>
                      </a:pPr>
                      <a:r>
                        <a:rPr lang="en-AU" sz="900" b="0" i="0" dirty="0">
                          <a:solidFill>
                            <a:srgbClr val="172B4D"/>
                          </a:solidFill>
                          <a:effectLst/>
                          <a:latin typeface="Aptos (Body)"/>
                        </a:rPr>
                        <a:t>LivePerson</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171450" marR="0" indent="-171450" algn="l" fontAlgn="t">
                        <a:buFont typeface="Arial" panose="020B0604020202020204" pitchFamily="34" charset="0"/>
                        <a:buChar char="•"/>
                      </a:pPr>
                      <a:endParaRPr lang="en-AU" sz="900" b="0" i="0" dirty="0">
                        <a:solidFill>
                          <a:srgbClr val="172B4D"/>
                        </a:solidFill>
                        <a:effectLst/>
                        <a:latin typeface="Aptos (Body)"/>
                      </a:endParaRP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28833879"/>
                  </a:ext>
                </a:extLst>
              </a:tr>
              <a:tr h="0">
                <a:tc vMerge="1">
                  <a:txBody>
                    <a:bodyPr/>
                    <a:lstStyle/>
                    <a:p>
                      <a:endParaRPr lang="en-AU" sz="800" dirty="0">
                        <a:latin typeface="+mj-lt"/>
                      </a:endParaRPr>
                    </a:p>
                  </a:txBody>
                  <a:tcPr/>
                </a:tc>
                <a:tc>
                  <a:txBody>
                    <a:bodyPr/>
                    <a:lstStyle/>
                    <a:p>
                      <a:pPr marL="0" marR="0" algn="l" fontAlgn="t">
                        <a:buNone/>
                      </a:pPr>
                      <a:r>
                        <a:rPr lang="en-AU" sz="900" b="0" i="0" dirty="0">
                          <a:solidFill>
                            <a:srgbClr val="172B4D"/>
                          </a:solidFill>
                          <a:effectLst/>
                          <a:latin typeface="Aptos (Body)"/>
                        </a:rPr>
                        <a:t>TRANSCRIBE</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rowSpan="2">
                  <a:txBody>
                    <a:bodyPr/>
                    <a:lstStyle/>
                    <a:p>
                      <a:pPr marL="171450" marR="0" indent="-171450" algn="l" fontAlgn="t">
                        <a:buFont typeface="Arial" panose="020B0604020202020204" pitchFamily="34" charset="0"/>
                        <a:buChar char="•"/>
                      </a:pPr>
                      <a:r>
                        <a:rPr lang="en-AU" sz="900" b="0" i="0" dirty="0">
                          <a:solidFill>
                            <a:srgbClr val="172B4D"/>
                          </a:solidFill>
                          <a:effectLst/>
                          <a:latin typeface="Aptos (Body)"/>
                        </a:rPr>
                        <a:t>Azure Cognitive Services</a:t>
                      </a:r>
                    </a:p>
                    <a:p>
                      <a:pPr marL="171450" marR="0" indent="-171450" algn="l" fontAlgn="t">
                        <a:buFont typeface="Arial" panose="020B0604020202020204" pitchFamily="34" charset="0"/>
                        <a:buChar char="•"/>
                      </a:pPr>
                      <a:r>
                        <a:rPr lang="en-AU" sz="900" b="0" i="0" dirty="0">
                          <a:solidFill>
                            <a:srgbClr val="172B4D"/>
                          </a:solidFill>
                          <a:effectLst/>
                          <a:latin typeface="Aptos (Body)"/>
                        </a:rPr>
                        <a:t>Whisper (Open AI)</a:t>
                      </a:r>
                    </a:p>
                    <a:p>
                      <a:pPr marL="171450" marR="0" indent="-171450" algn="l" fontAlgn="t">
                        <a:buFont typeface="Arial" panose="020B0604020202020204" pitchFamily="34" charset="0"/>
                        <a:buChar char="•"/>
                      </a:pPr>
                      <a:r>
                        <a:rPr lang="en-AU" sz="900" b="0" i="0" dirty="0">
                          <a:solidFill>
                            <a:srgbClr val="172B4D"/>
                          </a:solidFill>
                          <a:effectLst/>
                          <a:latin typeface="Aptos (Body)"/>
                        </a:rPr>
                        <a:t>Verint (CSS)</a:t>
                      </a:r>
                    </a:p>
                    <a:p>
                      <a:pPr marL="171450" marR="0" indent="-171450" algn="l" fontAlgn="t">
                        <a:buFont typeface="Arial" panose="020B0604020202020204" pitchFamily="34" charset="0"/>
                        <a:buChar char="•"/>
                      </a:pPr>
                      <a:r>
                        <a:rPr lang="en-AU" sz="900" b="0" i="0" dirty="0">
                          <a:solidFill>
                            <a:srgbClr val="172B4D"/>
                          </a:solidFill>
                          <a:effectLst/>
                          <a:latin typeface="Aptos (Body)"/>
                        </a:rPr>
                        <a:t>IBM Watson</a:t>
                      </a:r>
                    </a:p>
                    <a:p>
                      <a:pPr marL="171450" marR="0" indent="-171450" algn="l" fontAlgn="t">
                        <a:buFont typeface="Arial" panose="020B0604020202020204" pitchFamily="34" charset="0"/>
                        <a:buChar char="•"/>
                      </a:pPr>
                      <a:r>
                        <a:rPr lang="en-AU" sz="900" b="0" i="0" dirty="0">
                          <a:solidFill>
                            <a:srgbClr val="172B4D"/>
                          </a:solidFill>
                          <a:effectLst/>
                          <a:latin typeface="Aptos (Body)"/>
                        </a:rPr>
                        <a:t>Google Speech Recognition</a:t>
                      </a:r>
                    </a:p>
                    <a:p>
                      <a:pPr marL="171450" marR="0" indent="-171450" algn="l" fontAlgn="t">
                        <a:buFont typeface="Arial" panose="020B0604020202020204" pitchFamily="34" charset="0"/>
                        <a:buChar char="•"/>
                      </a:pPr>
                      <a:r>
                        <a:rPr lang="en-AU" sz="900" b="0" i="0" dirty="0">
                          <a:solidFill>
                            <a:srgbClr val="172B4D"/>
                          </a:solidFill>
                          <a:effectLst/>
                          <a:latin typeface="Aptos (Body)"/>
                        </a:rPr>
                        <a:t>Dragon Anywhere</a:t>
                      </a:r>
                    </a:p>
                    <a:p>
                      <a:pPr marL="171450" marR="0" indent="-171450" algn="l" fontAlgn="t">
                        <a:buFont typeface="Arial" panose="020B0604020202020204" pitchFamily="34" charset="0"/>
                        <a:buChar char="•"/>
                      </a:pPr>
                      <a:r>
                        <a:rPr lang="en-AU" sz="900" b="0" i="0" dirty="0" err="1">
                          <a:solidFill>
                            <a:srgbClr val="172B4D"/>
                          </a:solidFill>
                          <a:effectLst/>
                          <a:latin typeface="Aptos (Body)"/>
                        </a:rPr>
                        <a:t>Speechnotes</a:t>
                      </a:r>
                      <a:endParaRPr lang="en-AU" sz="900" b="0" i="0" dirty="0">
                        <a:solidFill>
                          <a:srgbClr val="172B4D"/>
                        </a:solidFill>
                        <a:effectLst/>
                        <a:latin typeface="Aptos (Body)"/>
                      </a:endParaRPr>
                    </a:p>
                    <a:p>
                      <a:pPr marL="171450" marR="0" indent="-171450" algn="l" fontAlgn="t">
                        <a:buFont typeface="Arial" panose="020B0604020202020204" pitchFamily="34" charset="0"/>
                        <a:buChar char="•"/>
                      </a:pPr>
                      <a:r>
                        <a:rPr lang="en-AU" sz="900" b="0" i="0" dirty="0">
                          <a:solidFill>
                            <a:srgbClr val="172B4D"/>
                          </a:solidFill>
                          <a:effectLst/>
                          <a:latin typeface="Aptos (Body)"/>
                        </a:rPr>
                        <a:t>Mozilla </a:t>
                      </a:r>
                      <a:r>
                        <a:rPr lang="en-AU" sz="900" b="0" i="0" dirty="0" err="1">
                          <a:solidFill>
                            <a:srgbClr val="172B4D"/>
                          </a:solidFill>
                          <a:effectLst/>
                          <a:latin typeface="Aptos (Body)"/>
                        </a:rPr>
                        <a:t>DeepSpeech</a:t>
                      </a:r>
                      <a:endParaRPr lang="en-AU" sz="900" b="0" i="0" dirty="0">
                        <a:solidFill>
                          <a:srgbClr val="172B4D"/>
                        </a:solidFill>
                        <a:effectLst/>
                        <a:latin typeface="Aptos (Body)"/>
                      </a:endParaRPr>
                    </a:p>
                    <a:p>
                      <a:pPr marL="0" marR="0" indent="0" algn="l" fontAlgn="t">
                        <a:spcBef>
                          <a:spcPts val="750"/>
                        </a:spcBef>
                        <a:buFont typeface="Arial" panose="020B0604020202020204" pitchFamily="34" charset="0"/>
                        <a:buNone/>
                      </a:pPr>
                      <a:r>
                        <a:rPr lang="en-AU" sz="900" b="0" i="1" dirty="0">
                          <a:solidFill>
                            <a:srgbClr val="232B37"/>
                          </a:solidFill>
                          <a:effectLst/>
                          <a:latin typeface="Aptos (Body)"/>
                        </a:rPr>
                        <a:t>Automatic speech recognition (ASR) service that performs speech to text </a:t>
                      </a:r>
                      <a:endParaRPr lang="en-AU" sz="900" b="0" i="0" dirty="0">
                        <a:solidFill>
                          <a:srgbClr val="172B4D"/>
                        </a:solidFill>
                        <a:effectLst/>
                        <a:latin typeface="Aptos (Body)"/>
                      </a:endParaRP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rowSpan="2">
                  <a:txBody>
                    <a:bodyPr/>
                    <a:lstStyle/>
                    <a:p>
                      <a:pPr marL="171450" indent="-171450">
                        <a:buFont typeface="Arial" panose="020B0604020202020204" pitchFamily="34" charset="0"/>
                        <a:buChar char="•"/>
                      </a:pPr>
                      <a:r>
                        <a:rPr lang="en-AU" sz="900" b="0" i="0" kern="1200" dirty="0">
                          <a:solidFill>
                            <a:schemeClr val="dk1"/>
                          </a:solidFill>
                          <a:effectLst/>
                          <a:latin typeface="Aptos (Body)"/>
                          <a:ea typeface="+mn-ea"/>
                          <a:cs typeface="+mn-cs"/>
                        </a:rPr>
                        <a:t>Accuracy - Word Error Rate (WER = (Substitutions + Deletions + Insertions) / Total words spoken</a:t>
                      </a:r>
                    </a:p>
                    <a:p>
                      <a:pPr marL="171450" indent="-171450">
                        <a:buFont typeface="Arial" panose="020B0604020202020204" pitchFamily="34" charset="0"/>
                        <a:buChar char="•"/>
                      </a:pPr>
                      <a:r>
                        <a:rPr lang="en-AU" sz="900" b="0" i="0" kern="1200" dirty="0">
                          <a:solidFill>
                            <a:schemeClr val="dk1"/>
                          </a:solidFill>
                          <a:effectLst/>
                          <a:latin typeface="Aptos (Body)"/>
                          <a:ea typeface="+mn-ea"/>
                          <a:cs typeface="+mn-cs"/>
                        </a:rPr>
                        <a:t>Privacy</a:t>
                      </a:r>
                    </a:p>
                    <a:p>
                      <a:pPr marL="171450" indent="-171450">
                        <a:buFont typeface="Arial" panose="020B0604020202020204" pitchFamily="34" charset="0"/>
                        <a:buChar char="•"/>
                      </a:pPr>
                      <a:r>
                        <a:rPr lang="en-AU" sz="900" b="0" i="0" kern="1200" dirty="0">
                          <a:solidFill>
                            <a:schemeClr val="dk1"/>
                          </a:solidFill>
                          <a:effectLst/>
                          <a:latin typeface="Aptos (Body)"/>
                          <a:ea typeface="+mn-ea"/>
                          <a:cs typeface="+mn-cs"/>
                        </a:rPr>
                        <a:t>Others → Transcription + Natural Language Processing + Sentiment Analysis</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806817923"/>
                  </a:ext>
                </a:extLst>
              </a:tr>
              <a:tr h="1076960">
                <a:tc vMerge="1">
                  <a:txBody>
                    <a:bodyPr/>
                    <a:lstStyle/>
                    <a:p>
                      <a:endParaRPr lang="en-AU" sz="800" dirty="0">
                        <a:latin typeface="+mj-lt"/>
                      </a:endParaRPr>
                    </a:p>
                  </a:txBody>
                  <a:tcPr/>
                </a:tc>
                <a:tc>
                  <a:txBody>
                    <a:bodyPr/>
                    <a:lstStyle/>
                    <a:p>
                      <a:r>
                        <a:rPr lang="en-AU" sz="900" b="0" i="0" kern="1200" dirty="0">
                          <a:solidFill>
                            <a:schemeClr val="dk1"/>
                          </a:solidFill>
                          <a:effectLst/>
                          <a:latin typeface="Aptos (Body)"/>
                          <a:ea typeface="+mn-ea"/>
                          <a:cs typeface="+mn-cs"/>
                        </a:rPr>
                        <a:t>CALL ANALYTICS</a:t>
                      </a:r>
                      <a:endParaRPr lang="en-AU" sz="900" dirty="0">
                        <a:latin typeface="Aptos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vMerge="1">
                  <a:txBody>
                    <a:bodyPr/>
                    <a:lstStyle/>
                    <a:p>
                      <a:endParaRPr lang="en-AU" sz="800" dirty="0">
                        <a:latin typeface="+mj-lt"/>
                      </a:endParaRPr>
                    </a:p>
                  </a:txBody>
                  <a:tcPr/>
                </a:tc>
                <a:tc vMerge="1">
                  <a:txBody>
                    <a:bodyPr/>
                    <a:lstStyle/>
                    <a:p>
                      <a:endParaRPr lang="en-AU"/>
                    </a:p>
                  </a:txBody>
                  <a:tcPr/>
                </a:tc>
                <a:extLst>
                  <a:ext uri="{0D108BD9-81ED-4DB2-BD59-A6C34878D82A}">
                    <a16:rowId xmlns:a16="http://schemas.microsoft.com/office/drawing/2014/main" val="2044597585"/>
                  </a:ext>
                </a:extLst>
              </a:tr>
              <a:tr h="376301">
                <a:tc rowSpan="2">
                  <a:txBody>
                    <a:bodyPr/>
                    <a:lstStyle/>
                    <a:p>
                      <a:pPr marL="0" marR="0" algn="l" fontAlgn="t">
                        <a:buNone/>
                      </a:pPr>
                      <a:r>
                        <a:rPr lang="en-AU" sz="900" b="0" i="0" kern="1200" dirty="0">
                          <a:solidFill>
                            <a:schemeClr val="dk1"/>
                          </a:solidFill>
                          <a:effectLst/>
                          <a:latin typeface="Aptos (Body)"/>
                          <a:ea typeface="+mn-ea"/>
                          <a:cs typeface="+mn-cs"/>
                        </a:rPr>
                        <a:t>TEXT</a:t>
                      </a:r>
                      <a:endParaRPr lang="en-AU" sz="900" b="0" i="0" dirty="0">
                        <a:solidFill>
                          <a:srgbClr val="172B4D"/>
                        </a:solidFill>
                        <a:effectLst/>
                        <a:latin typeface="Aptos (Body)"/>
                      </a:endParaRPr>
                    </a:p>
                  </a:txBody>
                  <a:tcPr marL="76200" marR="76200" marT="53340" marB="533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AU" sz="900" b="0" i="0" kern="1200" dirty="0">
                          <a:solidFill>
                            <a:schemeClr val="dk1"/>
                          </a:solidFill>
                          <a:effectLst/>
                          <a:latin typeface="Aptos (Body)"/>
                          <a:ea typeface="+mn-ea"/>
                          <a:cs typeface="+mn-cs"/>
                        </a:rPr>
                        <a:t>TRANSLATE</a:t>
                      </a:r>
                      <a:endParaRPr lang="en-AU" sz="900" dirty="0">
                        <a:latin typeface="Aptos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171450" indent="-171450">
                        <a:buFont typeface="Arial" panose="020B0604020202020204" pitchFamily="34" charset="0"/>
                        <a:buChar char="•"/>
                      </a:pPr>
                      <a:r>
                        <a:rPr lang="en-AU" sz="900" b="0" i="0" kern="1200" dirty="0">
                          <a:solidFill>
                            <a:schemeClr val="dk1"/>
                          </a:solidFill>
                          <a:effectLst/>
                          <a:latin typeface="Aptos (Body)"/>
                          <a:ea typeface="+mn-ea"/>
                          <a:cs typeface="+mn-cs"/>
                        </a:rPr>
                        <a:t>Azure Cognitive Services</a:t>
                      </a:r>
                    </a:p>
                    <a:p>
                      <a:pPr marL="171450" indent="-171450">
                        <a:buFont typeface="Arial" panose="020B0604020202020204" pitchFamily="34" charset="0"/>
                        <a:buChar char="•"/>
                      </a:pPr>
                      <a:r>
                        <a:rPr lang="en-AU" sz="900" b="0" i="0" kern="1200" dirty="0">
                          <a:solidFill>
                            <a:schemeClr val="dk1"/>
                          </a:solidFill>
                          <a:effectLst/>
                          <a:latin typeface="Aptos (Body)"/>
                          <a:ea typeface="+mn-ea"/>
                          <a:cs typeface="+mn-cs"/>
                        </a:rPr>
                        <a:t>Google Translate</a:t>
                      </a:r>
                    </a:p>
                    <a:p>
                      <a:pPr marL="171450" indent="-171450">
                        <a:buFont typeface="Arial" panose="020B0604020202020204" pitchFamily="34" charset="0"/>
                        <a:buChar char="•"/>
                      </a:pPr>
                      <a:r>
                        <a:rPr lang="en-AU" sz="900" b="0" i="0" kern="1200" dirty="0">
                          <a:solidFill>
                            <a:schemeClr val="dk1"/>
                          </a:solidFill>
                          <a:effectLst/>
                          <a:latin typeface="Aptos (Body)"/>
                          <a:ea typeface="+mn-ea"/>
                          <a:cs typeface="+mn-cs"/>
                        </a:rPr>
                        <a:t>IBM Watson Language Translator</a:t>
                      </a:r>
                    </a:p>
                    <a:p>
                      <a:pPr marL="171450" indent="-171450">
                        <a:buFont typeface="Arial" panose="020B0604020202020204" pitchFamily="34" charset="0"/>
                        <a:buChar char="•"/>
                      </a:pPr>
                      <a:r>
                        <a:rPr lang="en-AU" sz="900" b="0" i="0" kern="1200" dirty="0">
                          <a:solidFill>
                            <a:schemeClr val="dk1"/>
                          </a:solidFill>
                          <a:effectLst/>
                          <a:latin typeface="Aptos (Body)"/>
                          <a:ea typeface="+mn-ea"/>
                          <a:cs typeface="+mn-cs"/>
                        </a:rPr>
                        <a:t>Bing Translator</a:t>
                      </a:r>
                    </a:p>
                    <a:p>
                      <a:br>
                        <a:rPr lang="en-AU" sz="900" b="0" i="0" kern="1200" dirty="0">
                          <a:solidFill>
                            <a:schemeClr val="dk1"/>
                          </a:solidFill>
                          <a:effectLst/>
                          <a:latin typeface="Aptos (Body)"/>
                          <a:ea typeface="+mn-ea"/>
                          <a:cs typeface="+mn-cs"/>
                        </a:rPr>
                      </a:br>
                      <a:r>
                        <a:rPr lang="en-AU" sz="900" b="0" i="1" kern="1200" dirty="0">
                          <a:solidFill>
                            <a:schemeClr val="dk1"/>
                          </a:solidFill>
                          <a:effectLst/>
                          <a:latin typeface="Aptos (Body)"/>
                          <a:ea typeface="+mn-ea"/>
                          <a:cs typeface="+mn-cs"/>
                        </a:rPr>
                        <a:t>Neural machine translation service, that uses deep learning models to deliver more accurate and more natural sounding translation than traditional statistical and rule-based translation algorithms.</a:t>
                      </a:r>
                      <a:br>
                        <a:rPr lang="en-AU" sz="900" b="0" i="1" kern="1200" dirty="0">
                          <a:solidFill>
                            <a:schemeClr val="dk1"/>
                          </a:solidFill>
                          <a:effectLst/>
                          <a:latin typeface="Aptos (Body)"/>
                          <a:ea typeface="+mn-ea"/>
                          <a:cs typeface="+mn-cs"/>
                        </a:rPr>
                      </a:br>
                      <a:r>
                        <a:rPr lang="en-AU" sz="900" b="0" i="1" kern="1200" dirty="0">
                          <a:solidFill>
                            <a:schemeClr val="dk1"/>
                          </a:solidFill>
                          <a:effectLst/>
                          <a:latin typeface="Aptos (Body)"/>
                          <a:ea typeface="+mn-ea"/>
                          <a:cs typeface="+mn-cs"/>
                        </a:rPr>
                        <a:t>Automatically identifies the source language when it is not specified.</a:t>
                      </a:r>
                      <a:endParaRPr lang="en-AU" sz="900" b="0" i="0" kern="1200" dirty="0">
                        <a:solidFill>
                          <a:schemeClr val="dk1"/>
                        </a:solidFill>
                        <a:effectLst/>
                        <a:latin typeface="Aptos (Body)"/>
                        <a:ea typeface="+mn-ea"/>
                        <a:cs typeface="+mn-cs"/>
                      </a:endParaRP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171450" indent="-171450">
                        <a:buFont typeface="Arial" panose="020B0604020202020204" pitchFamily="34" charset="0"/>
                        <a:buChar char="•"/>
                      </a:pPr>
                      <a:r>
                        <a:rPr lang="en-AU" sz="900" b="0" i="0" kern="1200" dirty="0">
                          <a:solidFill>
                            <a:schemeClr val="dk1"/>
                          </a:solidFill>
                          <a:effectLst/>
                          <a:latin typeface="Aptos (Body)"/>
                          <a:ea typeface="+mn-ea"/>
                          <a:cs typeface="+mn-cs"/>
                        </a:rPr>
                        <a:t>Evaluation on Quality - Round trip translation (source to target and back to source)</a:t>
                      </a:r>
                    </a:p>
                    <a:p>
                      <a:pPr marL="171450" indent="-171450">
                        <a:buFont typeface="Arial" panose="020B0604020202020204" pitchFamily="34" charset="0"/>
                        <a:buChar char="•"/>
                      </a:pPr>
                      <a:r>
                        <a:rPr lang="en-AU" sz="900" b="0" i="0" kern="1200" dirty="0">
                          <a:solidFill>
                            <a:schemeClr val="dk1"/>
                          </a:solidFill>
                          <a:effectLst/>
                          <a:latin typeface="Aptos (Body)"/>
                          <a:ea typeface="+mn-ea"/>
                          <a:cs typeface="+mn-cs"/>
                        </a:rPr>
                        <a:t>Privacy - on-device translation engine vs cloud-based translation tools (Back off the </a:t>
                      </a:r>
                      <a:r>
                        <a:rPr lang="en-AU" sz="900" b="0" i="0" kern="1200" dirty="0">
                          <a:solidFill>
                            <a:schemeClr val="dk1"/>
                          </a:solidFill>
                          <a:effectLst/>
                          <a:latin typeface="Aptos (Body)"/>
                          <a:ea typeface="+mn-ea"/>
                          <a:cs typeface="+mn-cs"/>
                          <a:hlinkClick r:id="rId3"/>
                        </a:rPr>
                        <a:t>Otter.ai</a:t>
                      </a:r>
                      <a:r>
                        <a:rPr lang="en-AU" sz="900" b="0" i="0" kern="1200" dirty="0">
                          <a:solidFill>
                            <a:schemeClr val="dk1"/>
                          </a:solidFill>
                          <a:effectLst/>
                          <a:latin typeface="Aptos (Body)"/>
                          <a:ea typeface="+mn-ea"/>
                          <a:cs typeface="+mn-cs"/>
                        </a:rPr>
                        <a:t> incident)</a:t>
                      </a:r>
                    </a:p>
                    <a:p>
                      <a:pPr marL="171450" indent="-171450">
                        <a:buFont typeface="Arial" panose="020B0604020202020204" pitchFamily="34" charset="0"/>
                        <a:buChar char="•"/>
                      </a:pPr>
                      <a:r>
                        <a:rPr lang="en-AU" sz="900" b="0" i="0" kern="1200" dirty="0">
                          <a:solidFill>
                            <a:schemeClr val="dk1"/>
                          </a:solidFill>
                          <a:effectLst/>
                          <a:latin typeface="Aptos (Body)"/>
                          <a:ea typeface="+mn-ea"/>
                          <a:cs typeface="+mn-cs"/>
                        </a:rPr>
                        <a:t>Extended Evaluation around idiomatic expressions, cultural nuances &amp; complex syntax</a:t>
                      </a:r>
                      <a:br>
                        <a:rPr lang="en-AU" sz="900" b="0" i="0" kern="1200" dirty="0">
                          <a:solidFill>
                            <a:schemeClr val="dk1"/>
                          </a:solidFill>
                          <a:effectLst/>
                          <a:latin typeface="Aptos (Body)"/>
                          <a:ea typeface="+mn-ea"/>
                          <a:cs typeface="+mn-cs"/>
                        </a:rPr>
                      </a:br>
                      <a:endParaRPr lang="en-AU" sz="900" b="0" i="0" kern="1200" dirty="0">
                        <a:solidFill>
                          <a:schemeClr val="dk1"/>
                        </a:solidFill>
                        <a:effectLst/>
                        <a:latin typeface="Aptos (Body)"/>
                        <a:ea typeface="+mn-ea"/>
                        <a:cs typeface="+mn-cs"/>
                      </a:endParaRPr>
                    </a:p>
                    <a:p>
                      <a:r>
                        <a:rPr lang="en-AU" sz="900" b="1" i="1" kern="1200" dirty="0">
                          <a:solidFill>
                            <a:schemeClr val="dk1"/>
                          </a:solidFill>
                          <a:effectLst/>
                          <a:latin typeface="Aptos (Body)"/>
                          <a:ea typeface="+mn-ea"/>
                          <a:cs typeface="+mn-cs"/>
                        </a:rPr>
                        <a:t>Capability </a:t>
                      </a:r>
                      <a:r>
                        <a:rPr lang="en-AU" sz="900" b="0" i="0" kern="1200" dirty="0">
                          <a:solidFill>
                            <a:schemeClr val="dk1"/>
                          </a:solidFill>
                          <a:effectLst/>
                          <a:latin typeface="Aptos (Body)"/>
                          <a:ea typeface="+mn-ea"/>
                          <a:cs typeface="+mn-cs"/>
                        </a:rPr>
                        <a:t>→ </a:t>
                      </a:r>
                      <a:r>
                        <a:rPr lang="en-AU" sz="900" b="0" i="1" kern="1200" dirty="0">
                          <a:solidFill>
                            <a:schemeClr val="dk1"/>
                          </a:solidFill>
                          <a:effectLst/>
                          <a:latin typeface="Aptos (Body)"/>
                          <a:ea typeface="+mn-ea"/>
                          <a:cs typeface="+mn-cs"/>
                        </a:rPr>
                        <a:t>Document Translation, Active custom translation, Custom terminology, Profanity masking, Formality Configuration, Auto source language detection.</a:t>
                      </a:r>
                      <a:br>
                        <a:rPr lang="en-AU" sz="900" b="0" i="1" kern="1200" dirty="0">
                          <a:solidFill>
                            <a:schemeClr val="dk1"/>
                          </a:solidFill>
                          <a:effectLst/>
                          <a:latin typeface="Aptos (Body)"/>
                          <a:ea typeface="+mn-ea"/>
                          <a:cs typeface="+mn-cs"/>
                        </a:rPr>
                      </a:br>
                      <a:r>
                        <a:rPr lang="en-AU" sz="900" b="1" i="1" kern="1200" dirty="0">
                          <a:solidFill>
                            <a:schemeClr val="dk1"/>
                          </a:solidFill>
                          <a:effectLst/>
                          <a:latin typeface="Aptos (Body)"/>
                          <a:ea typeface="+mn-ea"/>
                          <a:cs typeface="+mn-cs"/>
                        </a:rPr>
                        <a:t>Usage → </a:t>
                      </a:r>
                      <a:r>
                        <a:rPr lang="en-AU" sz="900" b="0" i="1" kern="1200" dirty="0">
                          <a:solidFill>
                            <a:schemeClr val="dk1"/>
                          </a:solidFill>
                          <a:effectLst/>
                          <a:latin typeface="Aptos (Body)"/>
                          <a:ea typeface="+mn-ea"/>
                          <a:cs typeface="+mn-cs"/>
                        </a:rPr>
                        <a:t>Realtime (Txt, HTML, </a:t>
                      </a:r>
                      <a:r>
                        <a:rPr lang="en-AU" sz="900" b="0" i="1" kern="1200" dirty="0" err="1">
                          <a:solidFill>
                            <a:schemeClr val="dk1"/>
                          </a:solidFill>
                          <a:effectLst/>
                          <a:latin typeface="Aptos (Body)"/>
                          <a:ea typeface="+mn-ea"/>
                          <a:cs typeface="+mn-cs"/>
                        </a:rPr>
                        <a:t>DOCx</a:t>
                      </a:r>
                      <a:r>
                        <a:rPr lang="en-AU" sz="900" b="0" i="1" kern="1200" dirty="0">
                          <a:solidFill>
                            <a:schemeClr val="dk1"/>
                          </a:solidFill>
                          <a:effectLst/>
                          <a:latin typeface="Aptos (Body)"/>
                          <a:ea typeface="+mn-ea"/>
                          <a:cs typeface="+mn-cs"/>
                        </a:rPr>
                        <a:t>, </a:t>
                      </a:r>
                      <a:r>
                        <a:rPr lang="en-AU" sz="900" b="0" i="1" kern="1200" dirty="0" err="1">
                          <a:solidFill>
                            <a:schemeClr val="dk1"/>
                          </a:solidFill>
                          <a:effectLst/>
                          <a:latin typeface="Aptos (Body)"/>
                          <a:ea typeface="+mn-ea"/>
                          <a:cs typeface="+mn-cs"/>
                        </a:rPr>
                        <a:t>PPTx</a:t>
                      </a:r>
                      <a:r>
                        <a:rPr lang="en-AU" sz="900" b="0" i="1" kern="1200" dirty="0">
                          <a:solidFill>
                            <a:schemeClr val="dk1"/>
                          </a:solidFill>
                          <a:effectLst/>
                          <a:latin typeface="Aptos (Body)"/>
                          <a:ea typeface="+mn-ea"/>
                          <a:cs typeface="+mn-cs"/>
                        </a:rPr>
                        <a:t>, </a:t>
                      </a:r>
                      <a:r>
                        <a:rPr lang="en-AU" sz="900" b="0" i="1" kern="1200" dirty="0" err="1">
                          <a:solidFill>
                            <a:schemeClr val="dk1"/>
                          </a:solidFill>
                          <a:effectLst/>
                          <a:latin typeface="Aptos (Body)"/>
                          <a:ea typeface="+mn-ea"/>
                          <a:cs typeface="+mn-cs"/>
                        </a:rPr>
                        <a:t>XLSx</a:t>
                      </a:r>
                      <a:r>
                        <a:rPr lang="en-AU" sz="900" b="0" i="1" kern="1200" dirty="0">
                          <a:solidFill>
                            <a:schemeClr val="dk1"/>
                          </a:solidFill>
                          <a:effectLst/>
                          <a:latin typeface="Aptos (Body)"/>
                          <a:ea typeface="+mn-ea"/>
                          <a:cs typeface="+mn-cs"/>
                        </a:rPr>
                        <a:t>, </a:t>
                      </a:r>
                      <a:r>
                        <a:rPr lang="en-AU" sz="900" b="0" i="1" kern="1200" dirty="0" err="1">
                          <a:solidFill>
                            <a:schemeClr val="dk1"/>
                          </a:solidFill>
                          <a:effectLst/>
                          <a:latin typeface="Aptos (Body)"/>
                          <a:ea typeface="+mn-ea"/>
                          <a:cs typeface="+mn-cs"/>
                        </a:rPr>
                        <a:t>Xliff</a:t>
                      </a:r>
                      <a:r>
                        <a:rPr lang="en-AU" sz="900" b="0" i="1" kern="1200" dirty="0">
                          <a:solidFill>
                            <a:schemeClr val="dk1"/>
                          </a:solidFill>
                          <a:effectLst/>
                          <a:latin typeface="Aptos (Body)"/>
                          <a:ea typeface="+mn-ea"/>
                          <a:cs typeface="+mn-cs"/>
                        </a:rPr>
                        <a:t> file)</a:t>
                      </a:r>
                      <a:br>
                        <a:rPr lang="en-AU" sz="900" b="0" i="1" kern="1200" dirty="0">
                          <a:solidFill>
                            <a:schemeClr val="dk1"/>
                          </a:solidFill>
                          <a:effectLst/>
                          <a:latin typeface="Aptos (Body)"/>
                          <a:ea typeface="+mn-ea"/>
                          <a:cs typeface="+mn-cs"/>
                        </a:rPr>
                      </a:br>
                      <a:r>
                        <a:rPr lang="en-AU" sz="900" b="0" i="1" kern="1200" dirty="0">
                          <a:solidFill>
                            <a:schemeClr val="dk1"/>
                          </a:solidFill>
                          <a:effectLst/>
                          <a:latin typeface="Aptos (Body)"/>
                          <a:ea typeface="+mn-ea"/>
                          <a:cs typeface="+mn-cs"/>
                        </a:rPr>
                        <a:t>Batch (Txt, HTML, </a:t>
                      </a:r>
                      <a:r>
                        <a:rPr lang="en-AU" sz="900" b="0" i="1" kern="1200" dirty="0" err="1">
                          <a:solidFill>
                            <a:schemeClr val="dk1"/>
                          </a:solidFill>
                          <a:effectLst/>
                          <a:latin typeface="Aptos (Body)"/>
                          <a:ea typeface="+mn-ea"/>
                          <a:cs typeface="+mn-cs"/>
                        </a:rPr>
                        <a:t>DOCx</a:t>
                      </a:r>
                      <a:r>
                        <a:rPr lang="en-AU" sz="900" b="0" i="1" kern="1200" dirty="0">
                          <a:solidFill>
                            <a:schemeClr val="dk1"/>
                          </a:solidFill>
                          <a:effectLst/>
                          <a:latin typeface="Aptos (Body)"/>
                          <a:ea typeface="+mn-ea"/>
                          <a:cs typeface="+mn-cs"/>
                        </a:rPr>
                        <a:t>) → Translate documents stored in bucket.</a:t>
                      </a:r>
                      <a:endParaRPr lang="en-AU" sz="900" b="0" i="0" kern="1200" dirty="0">
                        <a:solidFill>
                          <a:schemeClr val="dk1"/>
                        </a:solidFill>
                        <a:effectLst/>
                        <a:latin typeface="Aptos (Body)"/>
                        <a:ea typeface="+mn-ea"/>
                        <a:cs typeface="+mn-cs"/>
                      </a:endParaRP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290373506"/>
                  </a:ext>
                </a:extLst>
              </a:tr>
              <a:tr h="252317">
                <a:tc vMerge="1">
                  <a:txBody>
                    <a:bodyPr/>
                    <a:lstStyle/>
                    <a:p>
                      <a:pPr marL="0" marR="0" algn="l" fontAlgn="t">
                        <a:buNone/>
                      </a:pPr>
                      <a:endParaRPr lang="en-AU" sz="800" b="0" i="0" dirty="0">
                        <a:solidFill>
                          <a:srgbClr val="172B4D"/>
                        </a:solidFill>
                        <a:effectLst/>
                        <a:latin typeface="+mj-lt"/>
                      </a:endParaRPr>
                    </a:p>
                  </a:txBody>
                  <a:tcPr marL="76200" marR="76200" marT="53340" marB="53340"/>
                </a:tc>
                <a:tc>
                  <a:txBody>
                    <a:bodyPr/>
                    <a:lstStyle/>
                    <a:p>
                      <a:r>
                        <a:rPr lang="en-AU" sz="900" b="0" i="0" kern="1200" dirty="0">
                          <a:solidFill>
                            <a:schemeClr val="dk1"/>
                          </a:solidFill>
                          <a:effectLst/>
                          <a:latin typeface="Aptos (Body)"/>
                          <a:ea typeface="+mn-ea"/>
                          <a:cs typeface="+mn-cs"/>
                        </a:rPr>
                        <a:t>COMPREHEND</a:t>
                      </a:r>
                      <a:endParaRPr lang="en-AU" sz="900" dirty="0">
                        <a:latin typeface="Aptos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171450" indent="-171450">
                        <a:buFont typeface="Arial" panose="020B0604020202020204" pitchFamily="34" charset="0"/>
                        <a:buChar char="•"/>
                      </a:pPr>
                      <a:r>
                        <a:rPr lang="en-AU" sz="900" b="0" i="0" kern="1200" dirty="0">
                          <a:solidFill>
                            <a:schemeClr val="dk1"/>
                          </a:solidFill>
                          <a:effectLst/>
                          <a:latin typeface="Aptos (Body)"/>
                          <a:ea typeface="+mn-ea"/>
                          <a:cs typeface="+mn-cs"/>
                        </a:rPr>
                        <a:t>Google Cloud Natural Language API</a:t>
                      </a:r>
                    </a:p>
                    <a:p>
                      <a:pPr marL="171450" indent="-171450">
                        <a:buFont typeface="Arial" panose="020B0604020202020204" pitchFamily="34" charset="0"/>
                        <a:buChar char="•"/>
                      </a:pPr>
                      <a:r>
                        <a:rPr lang="en-AU" sz="900" b="0" i="0" kern="1200" dirty="0">
                          <a:solidFill>
                            <a:schemeClr val="dk1"/>
                          </a:solidFill>
                          <a:effectLst/>
                          <a:latin typeface="Aptos (Body)"/>
                          <a:ea typeface="+mn-ea"/>
                          <a:cs typeface="+mn-cs"/>
                        </a:rPr>
                        <a:t>Microsoft Text Analytics API</a:t>
                      </a:r>
                    </a:p>
                    <a:p>
                      <a:pPr marL="171450" indent="-171450">
                        <a:buFont typeface="Arial" panose="020B0604020202020204" pitchFamily="34" charset="0"/>
                        <a:buChar char="•"/>
                      </a:pPr>
                      <a:r>
                        <a:rPr lang="en-AU" sz="900" b="0" i="0" kern="1200" dirty="0">
                          <a:solidFill>
                            <a:schemeClr val="dk1"/>
                          </a:solidFill>
                          <a:effectLst/>
                          <a:latin typeface="Aptos (Body)"/>
                          <a:ea typeface="+mn-ea"/>
                          <a:cs typeface="+mn-cs"/>
                        </a:rPr>
                        <a:t>IBM Watson Natural Language Understanding</a:t>
                      </a:r>
                    </a:p>
                    <a:p>
                      <a:pPr marL="171450" indent="-171450">
                        <a:buFont typeface="Arial" panose="020B0604020202020204" pitchFamily="34" charset="0"/>
                        <a:buChar char="•"/>
                      </a:pPr>
                      <a:r>
                        <a:rPr lang="en-AU" sz="900" b="0" i="0" kern="1200" dirty="0" err="1">
                          <a:solidFill>
                            <a:schemeClr val="dk1"/>
                          </a:solidFill>
                          <a:effectLst/>
                          <a:latin typeface="Aptos (Body)"/>
                          <a:ea typeface="+mn-ea"/>
                          <a:cs typeface="+mn-cs"/>
                        </a:rPr>
                        <a:t>SpaCy</a:t>
                      </a:r>
                      <a:endParaRPr lang="en-AU" sz="900" b="0" i="0" kern="1200" dirty="0">
                        <a:solidFill>
                          <a:schemeClr val="dk1"/>
                        </a:solidFill>
                        <a:effectLst/>
                        <a:latin typeface="Aptos (Body)"/>
                        <a:ea typeface="+mn-ea"/>
                        <a:cs typeface="+mn-cs"/>
                      </a:endParaRPr>
                    </a:p>
                    <a:p>
                      <a:br>
                        <a:rPr lang="en-AU" sz="900" b="0" i="0" kern="1200" dirty="0">
                          <a:solidFill>
                            <a:schemeClr val="dk1"/>
                          </a:solidFill>
                          <a:effectLst/>
                          <a:latin typeface="Aptos (Body)"/>
                          <a:ea typeface="+mn-ea"/>
                          <a:cs typeface="+mn-cs"/>
                        </a:rPr>
                      </a:br>
                      <a:r>
                        <a:rPr lang="en-AU" sz="900" b="0" i="1" kern="1200" dirty="0">
                          <a:solidFill>
                            <a:schemeClr val="dk1"/>
                          </a:solidFill>
                          <a:effectLst/>
                          <a:latin typeface="Aptos (Body)"/>
                          <a:ea typeface="+mn-ea"/>
                          <a:cs typeface="+mn-cs"/>
                        </a:rPr>
                        <a:t>Natural language processing (NLP) service that uses machine learning (ML) to discover insights from text. </a:t>
                      </a:r>
                      <a:endParaRPr lang="en-AU" sz="900" b="0" i="0" kern="1200" dirty="0">
                        <a:solidFill>
                          <a:schemeClr val="dk1"/>
                        </a:solidFill>
                        <a:effectLst/>
                        <a:latin typeface="Aptos (Body)"/>
                        <a:ea typeface="+mn-ea"/>
                        <a:cs typeface="+mn-cs"/>
                      </a:endParaRP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AU" sz="900" b="1" i="1" kern="1200" dirty="0">
                          <a:solidFill>
                            <a:schemeClr val="dk1"/>
                          </a:solidFill>
                          <a:effectLst/>
                          <a:latin typeface="Aptos (Body)"/>
                          <a:ea typeface="+mn-ea"/>
                          <a:cs typeface="+mn-cs"/>
                        </a:rPr>
                        <a:t>Capability </a:t>
                      </a:r>
                      <a:r>
                        <a:rPr lang="en-AU" sz="900" b="0" i="0" kern="1200" dirty="0">
                          <a:solidFill>
                            <a:schemeClr val="dk1"/>
                          </a:solidFill>
                          <a:effectLst/>
                          <a:latin typeface="Aptos (Body)"/>
                          <a:ea typeface="+mn-ea"/>
                          <a:cs typeface="+mn-cs"/>
                        </a:rPr>
                        <a:t>→ </a:t>
                      </a:r>
                      <a:r>
                        <a:rPr lang="en-AU" sz="900" b="0" i="1" kern="1200" dirty="0">
                          <a:solidFill>
                            <a:schemeClr val="dk1"/>
                          </a:solidFill>
                          <a:effectLst/>
                          <a:latin typeface="Aptos (Body)"/>
                          <a:ea typeface="+mn-ea"/>
                          <a:cs typeface="+mn-cs"/>
                        </a:rPr>
                        <a:t>Custom entity recognition, Custom classification, Entity recognition, Sentiment analysis,</a:t>
                      </a:r>
                      <a:br>
                        <a:rPr lang="en-AU" sz="900" dirty="0">
                          <a:latin typeface="Aptos (Body)"/>
                        </a:rPr>
                      </a:br>
                      <a:r>
                        <a:rPr lang="en-AU" sz="900" b="0" i="1" kern="1200" dirty="0">
                          <a:solidFill>
                            <a:schemeClr val="dk1"/>
                          </a:solidFill>
                          <a:effectLst/>
                          <a:latin typeface="Aptos (Body)"/>
                          <a:ea typeface="+mn-ea"/>
                          <a:cs typeface="+mn-cs"/>
                        </a:rPr>
                        <a:t>Targeted sentiment, PII identification and redaction, Toxicity detection, Prompt safety classification</a:t>
                      </a:r>
                      <a:br>
                        <a:rPr lang="en-AU" sz="900" dirty="0">
                          <a:latin typeface="Aptos (Body)"/>
                        </a:rPr>
                      </a:br>
                      <a:r>
                        <a:rPr lang="en-AU" sz="900" b="0" i="1" kern="1200" dirty="0">
                          <a:solidFill>
                            <a:schemeClr val="dk1"/>
                          </a:solidFill>
                          <a:effectLst/>
                          <a:latin typeface="Aptos (Body)"/>
                          <a:ea typeface="+mn-ea"/>
                          <a:cs typeface="+mn-cs"/>
                        </a:rPr>
                        <a:t>Key-phrase extraction, Events detection, Language detection, Syntax analysis, Topic modelling, Multiple language support</a:t>
                      </a:r>
                      <a:br>
                        <a:rPr lang="en-AU" sz="900" b="0" i="1" kern="1200" dirty="0">
                          <a:solidFill>
                            <a:schemeClr val="dk1"/>
                          </a:solidFill>
                          <a:effectLst/>
                          <a:latin typeface="Aptos (Body)"/>
                          <a:ea typeface="+mn-ea"/>
                          <a:cs typeface="+mn-cs"/>
                        </a:rPr>
                      </a:br>
                      <a:br>
                        <a:rPr lang="en-AU" sz="900" b="0" i="1" kern="1200" dirty="0">
                          <a:solidFill>
                            <a:schemeClr val="dk1"/>
                          </a:solidFill>
                          <a:effectLst/>
                          <a:latin typeface="Aptos (Body)"/>
                          <a:ea typeface="+mn-ea"/>
                          <a:cs typeface="+mn-cs"/>
                        </a:rPr>
                      </a:br>
                      <a:r>
                        <a:rPr lang="en-AU" sz="900" b="1" i="1" kern="1200" dirty="0">
                          <a:solidFill>
                            <a:schemeClr val="dk1"/>
                          </a:solidFill>
                          <a:effectLst/>
                          <a:latin typeface="Aptos (Body)"/>
                          <a:ea typeface="+mn-ea"/>
                          <a:cs typeface="+mn-cs"/>
                        </a:rPr>
                        <a:t>Usage </a:t>
                      </a:r>
                      <a:r>
                        <a:rPr lang="en-AU" sz="900" b="0" i="1" kern="1200" dirty="0">
                          <a:solidFill>
                            <a:schemeClr val="dk1"/>
                          </a:solidFill>
                          <a:effectLst/>
                          <a:latin typeface="Aptos (Body)"/>
                          <a:ea typeface="+mn-ea"/>
                          <a:cs typeface="+mn-cs"/>
                        </a:rPr>
                        <a:t>→ Single-document synchronous, Multi-document synchronous – collection of up to 25 documents, Asynchronous batch – put the documents into S3 bucket and start an asynchronous job to analyse the documents. Amazon Comprehend stores the results of the analysis in the S3 bucket/folder that is specified in the request.</a:t>
                      </a:r>
                      <a:endParaRPr lang="en-AU" sz="900" b="0" i="0" kern="1200" dirty="0">
                        <a:solidFill>
                          <a:schemeClr val="dk1"/>
                        </a:solidFill>
                        <a:effectLst/>
                        <a:latin typeface="Aptos (Body)"/>
                        <a:ea typeface="+mn-ea"/>
                        <a:cs typeface="+mn-cs"/>
                      </a:endParaRP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806912942"/>
                  </a:ext>
                </a:extLst>
              </a:tr>
            </a:tbl>
          </a:graphicData>
        </a:graphic>
      </p:graphicFrame>
    </p:spTree>
    <p:extLst>
      <p:ext uri="{BB962C8B-B14F-4D97-AF65-F5344CB8AC3E}">
        <p14:creationId xmlns:p14="http://schemas.microsoft.com/office/powerpoint/2010/main" val="1405982087"/>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D25E6596-D6EC-B344-4E54-369F4DC0750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852AED9-A3A2-85F6-D9DA-B70629E1257C}"/>
              </a:ext>
            </a:extLst>
          </p:cNvPr>
          <p:cNvSpPr txBox="1"/>
          <p:nvPr/>
        </p:nvSpPr>
        <p:spPr>
          <a:xfrm>
            <a:off x="90711" y="-26130"/>
            <a:ext cx="100584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dirty="0">
                <a:ln>
                  <a:noFill/>
                </a:ln>
                <a:solidFill>
                  <a:prstClr val="black"/>
                </a:solidFill>
                <a:effectLst/>
                <a:uLnTx/>
                <a:uFillTx/>
                <a:latin typeface="Aptos" panose="02110004020202020204"/>
                <a:ea typeface="+mn-ea"/>
                <a:cs typeface="+mn-cs"/>
              </a:rPr>
              <a:t>Solution Alternatives</a:t>
            </a:r>
            <a:endParaRPr kumimoji="0" sz="30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6E1AD266-F0CA-DD37-E9FF-56CBB25805C3}"/>
              </a:ext>
            </a:extLst>
          </p:cNvPr>
          <p:cNvSpPr/>
          <p:nvPr/>
        </p:nvSpPr>
        <p:spPr>
          <a:xfrm>
            <a:off x="161016" y="484287"/>
            <a:ext cx="3648984" cy="45719"/>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aphicFrame>
        <p:nvGraphicFramePr>
          <p:cNvPr id="2" name="Table 1">
            <a:extLst>
              <a:ext uri="{FF2B5EF4-FFF2-40B4-BE49-F238E27FC236}">
                <a16:creationId xmlns:a16="http://schemas.microsoft.com/office/drawing/2014/main" id="{3F4D0823-69DF-1012-3FB6-7F389C349A6D}"/>
              </a:ext>
            </a:extLst>
          </p:cNvPr>
          <p:cNvGraphicFramePr>
            <a:graphicFrameLocks noGrp="1"/>
          </p:cNvGraphicFramePr>
          <p:nvPr>
            <p:extLst>
              <p:ext uri="{D42A27DB-BD31-4B8C-83A1-F6EECF244321}">
                <p14:modId xmlns:p14="http://schemas.microsoft.com/office/powerpoint/2010/main" val="619389248"/>
              </p:ext>
            </p:extLst>
          </p:nvPr>
        </p:nvGraphicFramePr>
        <p:xfrm>
          <a:off x="161016" y="660398"/>
          <a:ext cx="11929384" cy="4556760"/>
        </p:xfrm>
        <a:graphic>
          <a:graphicData uri="http://schemas.openxmlformats.org/drawingml/2006/table">
            <a:tbl>
              <a:tblPr firstRow="1" bandRow="1">
                <a:tableStyleId>{00A15C55-8517-42AA-B614-E9B94910E393}</a:tableStyleId>
              </a:tblPr>
              <a:tblGrid>
                <a:gridCol w="1210584">
                  <a:extLst>
                    <a:ext uri="{9D8B030D-6E8A-4147-A177-3AD203B41FA5}">
                      <a16:colId xmlns:a16="http://schemas.microsoft.com/office/drawing/2014/main" val="3477688213"/>
                    </a:ext>
                  </a:extLst>
                </a:gridCol>
                <a:gridCol w="1684867">
                  <a:extLst>
                    <a:ext uri="{9D8B030D-6E8A-4147-A177-3AD203B41FA5}">
                      <a16:colId xmlns:a16="http://schemas.microsoft.com/office/drawing/2014/main" val="534970118"/>
                    </a:ext>
                  </a:extLst>
                </a:gridCol>
                <a:gridCol w="3868497">
                  <a:extLst>
                    <a:ext uri="{9D8B030D-6E8A-4147-A177-3AD203B41FA5}">
                      <a16:colId xmlns:a16="http://schemas.microsoft.com/office/drawing/2014/main" val="2482756688"/>
                    </a:ext>
                  </a:extLst>
                </a:gridCol>
                <a:gridCol w="5165436">
                  <a:extLst>
                    <a:ext uri="{9D8B030D-6E8A-4147-A177-3AD203B41FA5}">
                      <a16:colId xmlns:a16="http://schemas.microsoft.com/office/drawing/2014/main" val="1428924668"/>
                    </a:ext>
                  </a:extLst>
                </a:gridCol>
              </a:tblGrid>
              <a:tr h="0">
                <a:tc>
                  <a:txBody>
                    <a:bodyPr/>
                    <a:lstStyle/>
                    <a:p>
                      <a:pPr marL="0" marR="0" algn="ctr" fontAlgn="t">
                        <a:buNone/>
                      </a:pPr>
                      <a:r>
                        <a:rPr lang="en-AU" sz="1200" b="1" i="0" dirty="0">
                          <a:solidFill>
                            <a:srgbClr val="172B4D"/>
                          </a:solidFill>
                          <a:effectLst/>
                          <a:latin typeface="-apple-system"/>
                        </a:rPr>
                        <a:t>Capability</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t">
                        <a:buNone/>
                      </a:pPr>
                      <a:r>
                        <a:rPr lang="en-AU" sz="1200" b="1" i="0" dirty="0">
                          <a:solidFill>
                            <a:srgbClr val="172B4D"/>
                          </a:solidFill>
                          <a:effectLst/>
                          <a:latin typeface="-apple-system"/>
                        </a:rPr>
                        <a:t>AWS Service</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t">
                        <a:buNone/>
                      </a:pPr>
                      <a:r>
                        <a:rPr lang="en-AU" sz="1200" b="1" i="0" dirty="0">
                          <a:solidFill>
                            <a:srgbClr val="172B4D"/>
                          </a:solidFill>
                          <a:effectLst/>
                          <a:latin typeface="-apple-system"/>
                        </a:rPr>
                        <a:t>Alternatives</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t">
                        <a:buNone/>
                      </a:pPr>
                      <a:r>
                        <a:rPr lang="en-AU" sz="1200" b="1" i="0" dirty="0">
                          <a:solidFill>
                            <a:srgbClr val="172B4D"/>
                          </a:solidFill>
                          <a:effectLst/>
                          <a:latin typeface="-apple-system"/>
                        </a:rPr>
                        <a:t>Evaluation &amp; Usage</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3699299"/>
                  </a:ext>
                </a:extLst>
              </a:tr>
              <a:tr h="218450">
                <a:tc rowSpan="3">
                  <a:txBody>
                    <a:bodyPr/>
                    <a:lstStyle/>
                    <a:p>
                      <a:pPr marL="0" marR="0" algn="l" fontAlgn="t">
                        <a:buNone/>
                      </a:pPr>
                      <a:r>
                        <a:rPr lang="en-AU" sz="900" b="0" i="0" kern="1200" dirty="0">
                          <a:solidFill>
                            <a:schemeClr val="dk1"/>
                          </a:solidFill>
                          <a:effectLst/>
                          <a:latin typeface="+mn-lt"/>
                          <a:ea typeface="+mn-ea"/>
                          <a:cs typeface="+mn-cs"/>
                        </a:rPr>
                        <a:t>SPEECH</a:t>
                      </a:r>
                      <a:endParaRPr lang="en-AU" sz="900" b="0" i="0" dirty="0">
                        <a:solidFill>
                          <a:srgbClr val="172B4D"/>
                        </a:solidFill>
                        <a:effectLst/>
                        <a:latin typeface="+mj-lt"/>
                      </a:endParaRP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AU" sz="900" b="0" i="0" kern="1200" dirty="0">
                          <a:solidFill>
                            <a:schemeClr val="dk1"/>
                          </a:solidFill>
                          <a:effectLst/>
                          <a:latin typeface="+mn-lt"/>
                          <a:ea typeface="+mn-ea"/>
                          <a:cs typeface="+mn-cs"/>
                        </a:rPr>
                        <a:t>TEXTRACT</a:t>
                      </a:r>
                      <a:endParaRPr lang="en-AU" sz="9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171450" indent="-171450">
                        <a:buFont typeface="Arial" panose="020B0604020202020204" pitchFamily="34" charset="0"/>
                        <a:buChar char="•"/>
                      </a:pPr>
                      <a:r>
                        <a:rPr lang="en-AU" sz="900" b="0" i="0" kern="1200" dirty="0" err="1">
                          <a:solidFill>
                            <a:schemeClr val="dk1"/>
                          </a:solidFill>
                          <a:effectLst/>
                          <a:latin typeface="+mn-lt"/>
                          <a:ea typeface="+mn-ea"/>
                          <a:cs typeface="+mn-cs"/>
                        </a:rPr>
                        <a:t>Datacap</a:t>
                      </a:r>
                      <a:endParaRPr lang="en-AU" sz="900" b="0" i="0" kern="1200" dirty="0">
                        <a:solidFill>
                          <a:schemeClr val="dk1"/>
                        </a:solidFill>
                        <a:effectLst/>
                        <a:latin typeface="+mn-lt"/>
                        <a:ea typeface="+mn-ea"/>
                        <a:cs typeface="+mn-cs"/>
                      </a:endParaRPr>
                    </a:p>
                    <a:p>
                      <a:pPr marL="171450" indent="-171450">
                        <a:buFont typeface="Arial" panose="020B0604020202020204" pitchFamily="34" charset="0"/>
                        <a:buChar char="•"/>
                      </a:pPr>
                      <a:r>
                        <a:rPr lang="en-AU" sz="900" b="0" i="0" kern="1200" dirty="0" err="1">
                          <a:solidFill>
                            <a:schemeClr val="dk1"/>
                          </a:solidFill>
                          <a:effectLst/>
                          <a:latin typeface="+mn-lt"/>
                          <a:ea typeface="+mn-ea"/>
                          <a:cs typeface="+mn-cs"/>
                        </a:rPr>
                        <a:t>Hyperscience</a:t>
                      </a:r>
                      <a:endParaRPr lang="en-AU" sz="900" b="0" i="0" kern="1200" dirty="0">
                        <a:solidFill>
                          <a:schemeClr val="dk1"/>
                        </a:solidFill>
                        <a:effectLst/>
                        <a:latin typeface="+mn-lt"/>
                        <a:ea typeface="+mn-ea"/>
                        <a:cs typeface="+mn-cs"/>
                      </a:endParaRP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Azure OCR</a:t>
                      </a: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Google OCR</a:t>
                      </a: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IBM </a:t>
                      </a:r>
                      <a:r>
                        <a:rPr lang="en-AU" sz="900" b="0" i="0" kern="1200" dirty="0" err="1">
                          <a:solidFill>
                            <a:schemeClr val="dk1"/>
                          </a:solidFill>
                          <a:effectLst/>
                          <a:latin typeface="+mn-lt"/>
                          <a:ea typeface="+mn-ea"/>
                          <a:cs typeface="+mn-cs"/>
                        </a:rPr>
                        <a:t>Datacap</a:t>
                      </a:r>
                      <a:endParaRPr lang="en-AU" sz="900" b="0" i="0" kern="1200" dirty="0">
                        <a:solidFill>
                          <a:schemeClr val="dk1"/>
                        </a:solidFill>
                        <a:effectLst/>
                        <a:latin typeface="+mn-lt"/>
                        <a:ea typeface="+mn-ea"/>
                        <a:cs typeface="+mn-cs"/>
                      </a:endParaRP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Tesseract</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Character Error rate</a:t>
                      </a: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Word Error rate</a:t>
                      </a: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Layout Error rate - Quality metrics around deviation between OCR output Vs Original image (pertaining to layout, structure formatting etc)</a:t>
                      </a: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Support on document types</a:t>
                      </a:r>
                    </a:p>
                    <a:p>
                      <a:pPr marL="171450" indent="-171450">
                        <a:buFont typeface="Arial" panose="020B0604020202020204" pitchFamily="34" charset="0"/>
                        <a:buChar char="•"/>
                      </a:pPr>
                      <a:endParaRPr lang="en-AU" sz="900" b="0" i="0" kern="1200" dirty="0">
                        <a:solidFill>
                          <a:schemeClr val="dk1"/>
                        </a:solidFill>
                        <a:effectLst/>
                        <a:latin typeface="+mn-lt"/>
                        <a:ea typeface="+mn-ea"/>
                        <a:cs typeface="+mn-cs"/>
                      </a:endParaRP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767421682"/>
                  </a:ext>
                </a:extLst>
              </a:tr>
              <a:tr h="218450">
                <a:tc vMerge="1">
                  <a:txBody>
                    <a:bodyPr/>
                    <a:lstStyle/>
                    <a:p>
                      <a:pPr marL="0" marR="0" algn="l" fontAlgn="t">
                        <a:buNone/>
                      </a:pPr>
                      <a:endParaRPr lang="en-AU" sz="800" b="0" i="0" dirty="0">
                        <a:solidFill>
                          <a:srgbClr val="172B4D"/>
                        </a:solidFill>
                        <a:effectLst/>
                        <a:latin typeface="+mj-lt"/>
                      </a:endParaRPr>
                    </a:p>
                  </a:txBody>
                  <a:tcPr marL="76200" marR="76200" marT="53340" marB="53340"/>
                </a:tc>
                <a:tc>
                  <a:txBody>
                    <a:bodyPr/>
                    <a:lstStyle/>
                    <a:p>
                      <a:r>
                        <a:rPr lang="en-AU" sz="900" b="0" i="0" kern="1200" dirty="0">
                          <a:solidFill>
                            <a:schemeClr val="dk1"/>
                          </a:solidFill>
                          <a:effectLst/>
                          <a:latin typeface="+mn-lt"/>
                          <a:ea typeface="+mn-ea"/>
                          <a:cs typeface="+mn-cs"/>
                        </a:rPr>
                        <a:t>RECOGNITION</a:t>
                      </a:r>
                      <a:endParaRPr lang="en-AU" sz="9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Microsoft Computer Vision</a:t>
                      </a: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Azure Face API &amp; Custom vision services</a:t>
                      </a: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Google Cloud Vision</a:t>
                      </a: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IBM visual recognition</a:t>
                      </a:r>
                    </a:p>
                    <a:p>
                      <a:r>
                        <a:rPr lang="en-AU" sz="900" b="0" i="1" kern="1200" dirty="0">
                          <a:solidFill>
                            <a:schemeClr val="dk1"/>
                          </a:solidFill>
                          <a:effectLst/>
                          <a:latin typeface="+mn-lt"/>
                          <a:ea typeface="+mn-ea"/>
                          <a:cs typeface="+mn-cs"/>
                        </a:rPr>
                        <a:t>Image recognition and video analysis with ML - Content Moderation &amp; Identity </a:t>
                      </a:r>
                      <a:r>
                        <a:rPr lang="en-AU" sz="900" b="0" i="1" kern="1200" dirty="0" err="1">
                          <a:solidFill>
                            <a:schemeClr val="dk1"/>
                          </a:solidFill>
                          <a:effectLst/>
                          <a:latin typeface="+mn-lt"/>
                          <a:ea typeface="+mn-ea"/>
                          <a:cs typeface="+mn-cs"/>
                        </a:rPr>
                        <a:t>Verifcation</a:t>
                      </a:r>
                      <a:endParaRPr lang="en-AU" sz="900" b="0" i="0" kern="1200" dirty="0">
                        <a:solidFill>
                          <a:schemeClr val="dk1"/>
                        </a:solidFill>
                        <a:effectLst/>
                        <a:latin typeface="+mn-lt"/>
                        <a:ea typeface="+mn-ea"/>
                        <a:cs typeface="+mn-cs"/>
                      </a:endParaRP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AU" sz="900" b="1" i="1" kern="1200" dirty="0">
                          <a:solidFill>
                            <a:schemeClr val="dk1"/>
                          </a:solidFill>
                          <a:effectLst/>
                          <a:latin typeface="+mn-lt"/>
                          <a:ea typeface="+mn-ea"/>
                          <a:cs typeface="+mn-cs"/>
                        </a:rPr>
                        <a:t>Capability→ </a:t>
                      </a:r>
                      <a:r>
                        <a:rPr lang="en-AU" sz="900" b="0" i="1" kern="1200" dirty="0">
                          <a:solidFill>
                            <a:schemeClr val="dk1"/>
                          </a:solidFill>
                          <a:effectLst/>
                          <a:latin typeface="+mn-lt"/>
                          <a:ea typeface="+mn-ea"/>
                          <a:cs typeface="+mn-cs"/>
                        </a:rPr>
                        <a:t>Custom Labels, Image features</a:t>
                      </a:r>
                      <a:endParaRPr lang="en-AU" sz="900" b="0" i="0" kern="1200" dirty="0">
                        <a:solidFill>
                          <a:schemeClr val="dk1"/>
                        </a:solidFill>
                        <a:effectLst/>
                        <a:latin typeface="+mn-lt"/>
                        <a:ea typeface="+mn-ea"/>
                        <a:cs typeface="+mn-cs"/>
                      </a:endParaRP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904941376"/>
                  </a:ext>
                </a:extLst>
              </a:tr>
              <a:tr h="218450">
                <a:tc vMerge="1">
                  <a:txBody>
                    <a:bodyPr/>
                    <a:lstStyle/>
                    <a:p>
                      <a:pPr marL="0" marR="0" algn="l" fontAlgn="t">
                        <a:buNone/>
                      </a:pPr>
                      <a:endParaRPr lang="en-AU" sz="800" b="0" i="0" dirty="0">
                        <a:solidFill>
                          <a:srgbClr val="172B4D"/>
                        </a:solidFill>
                        <a:effectLst/>
                        <a:latin typeface="+mj-lt"/>
                      </a:endParaRPr>
                    </a:p>
                  </a:txBody>
                  <a:tcPr marL="76200" marR="76200" marT="53340" marB="53340"/>
                </a:tc>
                <a:tc>
                  <a:txBody>
                    <a:bodyPr/>
                    <a:lstStyle/>
                    <a:p>
                      <a:r>
                        <a:rPr lang="en-AU" sz="900" b="0" i="0" kern="1200" dirty="0">
                          <a:solidFill>
                            <a:schemeClr val="dk1"/>
                          </a:solidFill>
                          <a:effectLst/>
                          <a:latin typeface="+mn-lt"/>
                          <a:ea typeface="+mn-ea"/>
                          <a:cs typeface="+mn-cs"/>
                        </a:rPr>
                        <a:t>POLLY</a:t>
                      </a:r>
                      <a:endParaRPr lang="en-AU" sz="9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Google Cloud Text to Speech</a:t>
                      </a: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Azure Text to Speech</a:t>
                      </a: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IBM Watson Text to Speech</a:t>
                      </a: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Descript</a:t>
                      </a:r>
                    </a:p>
                    <a:p>
                      <a:pPr marL="171450" indent="-171450">
                        <a:buFont typeface="Arial" panose="020B0604020202020204" pitchFamily="34" charset="0"/>
                        <a:buChar char="•"/>
                      </a:pPr>
                      <a:r>
                        <a:rPr lang="en-AU" sz="900" b="0" i="0" kern="1200" dirty="0" err="1">
                          <a:solidFill>
                            <a:schemeClr val="dk1"/>
                          </a:solidFill>
                          <a:effectLst/>
                          <a:latin typeface="+mn-lt"/>
                          <a:ea typeface="+mn-ea"/>
                          <a:cs typeface="+mn-cs"/>
                        </a:rPr>
                        <a:t>Readspeaker</a:t>
                      </a:r>
                      <a:endParaRPr lang="en-AU" sz="900" b="0" i="0" kern="1200" dirty="0">
                        <a:solidFill>
                          <a:schemeClr val="dk1"/>
                        </a:solidFill>
                        <a:effectLst/>
                        <a:latin typeface="+mn-lt"/>
                        <a:ea typeface="+mn-ea"/>
                        <a:cs typeface="+mn-cs"/>
                      </a:endParaRP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171450" indent="-171450">
                        <a:buFont typeface="Arial" panose="020B0604020202020204" pitchFamily="34" charset="0"/>
                        <a:buChar char="•"/>
                      </a:pPr>
                      <a:endParaRPr lang="en-AU" sz="900" b="0" i="0" kern="1200" dirty="0">
                        <a:solidFill>
                          <a:schemeClr val="dk1"/>
                        </a:solidFill>
                        <a:effectLst/>
                        <a:latin typeface="+mn-lt"/>
                        <a:ea typeface="+mn-ea"/>
                        <a:cs typeface="+mn-cs"/>
                      </a:endParaRP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31939466"/>
                  </a:ext>
                </a:extLst>
              </a:tr>
              <a:tr h="218450">
                <a:tc rowSpan="6">
                  <a:txBody>
                    <a:bodyPr/>
                    <a:lstStyle/>
                    <a:p>
                      <a:pPr marL="0" marR="0" algn="l" fontAlgn="t">
                        <a:buNone/>
                      </a:pPr>
                      <a:r>
                        <a:rPr lang="en-AU" sz="900" b="0" i="0" kern="1200" dirty="0">
                          <a:solidFill>
                            <a:schemeClr val="dk1"/>
                          </a:solidFill>
                          <a:effectLst/>
                          <a:latin typeface="+mn-lt"/>
                          <a:ea typeface="+mn-ea"/>
                          <a:cs typeface="+mn-cs"/>
                        </a:rPr>
                        <a:t>AI/ML PLATFORMS</a:t>
                      </a:r>
                      <a:endParaRPr lang="en-AU" sz="900" b="0" i="0" dirty="0">
                        <a:solidFill>
                          <a:srgbClr val="172B4D"/>
                        </a:solidFill>
                        <a:effectLst/>
                        <a:latin typeface="+mj-lt"/>
                      </a:endParaRP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r>
                        <a:rPr lang="en-AU" sz="900" b="0" i="0" kern="1200" dirty="0">
                          <a:solidFill>
                            <a:schemeClr val="dk1"/>
                          </a:solidFill>
                          <a:effectLst/>
                          <a:latin typeface="+mn-lt"/>
                          <a:ea typeface="+mn-ea"/>
                          <a:cs typeface="+mn-cs"/>
                        </a:rPr>
                        <a:t>SAGEMAKER INFRERENCE</a:t>
                      </a:r>
                      <a:endParaRPr lang="en-AU" sz="9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rowSpan="4">
                  <a:txBody>
                    <a:bodyPr/>
                    <a:lstStyle/>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IBM Watson Studio</a:t>
                      </a: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Azure Machine Learning</a:t>
                      </a: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Google Cloud AutoML</a:t>
                      </a: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Vertex AI</a:t>
                      </a: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H2O AI Cloud</a:t>
                      </a:r>
                    </a:p>
                    <a:p>
                      <a:pPr marL="171450" indent="-171450">
                        <a:buFont typeface="Arial" panose="020B0604020202020204" pitchFamily="34" charset="0"/>
                        <a:buChar char="•"/>
                      </a:pPr>
                      <a:r>
                        <a:rPr lang="en-AU" sz="900" b="0" i="0" kern="1200" dirty="0" err="1">
                          <a:solidFill>
                            <a:schemeClr val="dk1"/>
                          </a:solidFill>
                          <a:effectLst/>
                          <a:latin typeface="+mn-lt"/>
                          <a:ea typeface="+mn-ea"/>
                          <a:cs typeface="+mn-cs"/>
                        </a:rPr>
                        <a:t>Matlab</a:t>
                      </a:r>
                      <a:endParaRPr lang="en-AU" sz="900" b="0" i="0" kern="1200" dirty="0">
                        <a:solidFill>
                          <a:schemeClr val="dk1"/>
                        </a:solidFill>
                        <a:effectLst/>
                        <a:latin typeface="+mn-lt"/>
                        <a:ea typeface="+mn-ea"/>
                        <a:cs typeface="+mn-cs"/>
                      </a:endParaRP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rowSpan="4">
                  <a:txBody>
                    <a:bodyPr/>
                    <a:lstStyle/>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SAGEMAKER – CLARIFY </a:t>
                      </a:r>
                      <a:r>
                        <a:rPr lang="en-AU" sz="900" b="0" i="0" kern="1200" dirty="0">
                          <a:solidFill>
                            <a:schemeClr val="dk1"/>
                          </a:solidFill>
                          <a:effectLst/>
                          <a:latin typeface="+mn-lt"/>
                          <a:ea typeface="+mn-ea"/>
                          <a:cs typeface="+mn-cs"/>
                          <a:sym typeface="Wingdings" panose="05000000000000000000" pitchFamily="2" charset="2"/>
                        </a:rPr>
                        <a:t> </a:t>
                      </a:r>
                      <a:r>
                        <a:rPr lang="en-AU" sz="900" b="0" i="0" kern="1200" dirty="0">
                          <a:solidFill>
                            <a:schemeClr val="dk1"/>
                          </a:solidFill>
                          <a:effectLst/>
                          <a:latin typeface="+mn-lt"/>
                          <a:ea typeface="+mn-ea"/>
                          <a:cs typeface="+mn-cs"/>
                        </a:rPr>
                        <a:t>Model interoperability &amp; explainability</a:t>
                      </a: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MACIE - Data security and data privacy service that uses ML and pattern matching to discover and protect sensitive data, to automate PII discovery prior to applying the right de-identification technique.</a:t>
                      </a: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Azure – </a:t>
                      </a:r>
                      <a:r>
                        <a:rPr lang="en-AU" sz="900" b="0" i="0" kern="1200" dirty="0" err="1">
                          <a:solidFill>
                            <a:schemeClr val="dk1"/>
                          </a:solidFill>
                          <a:effectLst/>
                          <a:latin typeface="+mn-lt"/>
                          <a:ea typeface="+mn-ea"/>
                          <a:cs typeface="+mn-cs"/>
                        </a:rPr>
                        <a:t>InterpretML</a:t>
                      </a:r>
                      <a:r>
                        <a:rPr lang="en-AU" sz="900" b="0" i="0" kern="1200">
                          <a:solidFill>
                            <a:schemeClr val="dk1"/>
                          </a:solidFill>
                          <a:effectLst/>
                          <a:latin typeface="+mn-lt"/>
                          <a:ea typeface="+mn-ea"/>
                          <a:cs typeface="+mn-cs"/>
                        </a:rPr>
                        <a:t> + Responsible AI dashboard and tool kit</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502550255"/>
                  </a:ext>
                </a:extLst>
              </a:tr>
              <a:tr h="218450">
                <a:tc vMerge="1">
                  <a:txBody>
                    <a:bodyPr/>
                    <a:lstStyle/>
                    <a:p>
                      <a:pPr marL="0" marR="0" algn="l" fontAlgn="t">
                        <a:buNone/>
                      </a:pPr>
                      <a:endParaRPr lang="en-AU" sz="800" b="0" i="0" dirty="0">
                        <a:solidFill>
                          <a:srgbClr val="172B4D"/>
                        </a:solidFill>
                        <a:effectLst/>
                        <a:latin typeface="+mj-lt"/>
                      </a:endParaRPr>
                    </a:p>
                  </a:txBody>
                  <a:tcPr marL="76200" marR="76200" marT="53340" marB="53340"/>
                </a:tc>
                <a:tc>
                  <a:txBody>
                    <a:bodyPr/>
                    <a:lstStyle/>
                    <a:p>
                      <a:pPr marL="0" marR="0" algn="l" fontAlgn="t">
                        <a:buNone/>
                      </a:pPr>
                      <a:r>
                        <a:rPr lang="en-AU" sz="900" b="0" i="0" dirty="0">
                          <a:solidFill>
                            <a:srgbClr val="172B4D"/>
                          </a:solidFill>
                          <a:effectLst/>
                          <a:latin typeface="-apple-system"/>
                        </a:rPr>
                        <a:t>SAGEMAKER JUMPSTART</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vMerge="1">
                  <a:txBody>
                    <a:bodyPr/>
                    <a:lstStyle/>
                    <a:p>
                      <a:pPr marL="171450" indent="-171450">
                        <a:buFont typeface="Arial" panose="020B0604020202020204" pitchFamily="34" charset="0"/>
                        <a:buChar char="•"/>
                      </a:pPr>
                      <a:endParaRPr lang="en-AU" sz="800" b="0" i="0" kern="1200" dirty="0">
                        <a:solidFill>
                          <a:schemeClr val="dk1"/>
                        </a:solidFill>
                        <a:effectLst/>
                        <a:latin typeface="+mn-lt"/>
                        <a:ea typeface="+mn-ea"/>
                        <a:cs typeface="+mn-cs"/>
                      </a:endParaRPr>
                    </a:p>
                  </a:txBody>
                  <a:tcPr marL="76200" marR="76200" marT="53340" marB="53340"/>
                </a:tc>
                <a:tc vMerge="1">
                  <a:txBody>
                    <a:bodyPr/>
                    <a:lstStyle/>
                    <a:p>
                      <a:endParaRPr lang="en-AU"/>
                    </a:p>
                  </a:txBody>
                  <a:tcPr/>
                </a:tc>
                <a:extLst>
                  <a:ext uri="{0D108BD9-81ED-4DB2-BD59-A6C34878D82A}">
                    <a16:rowId xmlns:a16="http://schemas.microsoft.com/office/drawing/2014/main" val="1373206746"/>
                  </a:ext>
                </a:extLst>
              </a:tr>
              <a:tr h="218450">
                <a:tc vMerge="1">
                  <a:txBody>
                    <a:bodyPr/>
                    <a:lstStyle/>
                    <a:p>
                      <a:pPr marL="0" marR="0" algn="l" fontAlgn="t">
                        <a:buNone/>
                      </a:pPr>
                      <a:endParaRPr lang="en-AU" sz="800" b="0" i="0" dirty="0">
                        <a:solidFill>
                          <a:srgbClr val="172B4D"/>
                        </a:solidFill>
                        <a:effectLst/>
                        <a:latin typeface="+mj-lt"/>
                      </a:endParaRPr>
                    </a:p>
                  </a:txBody>
                  <a:tcPr marL="76200" marR="76200" marT="53340" marB="53340"/>
                </a:tc>
                <a:tc>
                  <a:txBody>
                    <a:bodyPr/>
                    <a:lstStyle/>
                    <a:p>
                      <a:pPr marL="0" marR="0" algn="l" fontAlgn="t">
                        <a:buNone/>
                      </a:pPr>
                      <a:r>
                        <a:rPr lang="en-AU" sz="900" b="0" i="0" dirty="0">
                          <a:solidFill>
                            <a:srgbClr val="172B4D"/>
                          </a:solidFill>
                          <a:effectLst/>
                          <a:latin typeface="-apple-system"/>
                        </a:rPr>
                        <a:t>SAGEMAKER AUTOPILOT</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vMerge="1">
                  <a:txBody>
                    <a:bodyPr/>
                    <a:lstStyle/>
                    <a:p>
                      <a:pPr marL="171450" indent="-171450">
                        <a:buFont typeface="Arial" panose="020B0604020202020204" pitchFamily="34" charset="0"/>
                        <a:buChar char="•"/>
                      </a:pPr>
                      <a:endParaRPr lang="en-AU" sz="800" b="0" i="0" kern="1200" dirty="0">
                        <a:solidFill>
                          <a:schemeClr val="dk1"/>
                        </a:solidFill>
                        <a:effectLst/>
                        <a:latin typeface="+mn-lt"/>
                        <a:ea typeface="+mn-ea"/>
                        <a:cs typeface="+mn-cs"/>
                      </a:endParaRPr>
                    </a:p>
                  </a:txBody>
                  <a:tcPr marL="76200" marR="76200" marT="53340" marB="53340"/>
                </a:tc>
                <a:tc vMerge="1">
                  <a:txBody>
                    <a:bodyPr/>
                    <a:lstStyle/>
                    <a:p>
                      <a:endParaRPr lang="en-AU"/>
                    </a:p>
                  </a:txBody>
                  <a:tcPr/>
                </a:tc>
                <a:extLst>
                  <a:ext uri="{0D108BD9-81ED-4DB2-BD59-A6C34878D82A}">
                    <a16:rowId xmlns:a16="http://schemas.microsoft.com/office/drawing/2014/main" val="1276432851"/>
                  </a:ext>
                </a:extLst>
              </a:tr>
              <a:tr h="218450">
                <a:tc vMerge="1">
                  <a:txBody>
                    <a:bodyPr/>
                    <a:lstStyle/>
                    <a:p>
                      <a:pPr marL="0" marR="0" algn="l" fontAlgn="t">
                        <a:buNone/>
                      </a:pPr>
                      <a:endParaRPr lang="en-AU" sz="800" b="0" i="0" dirty="0">
                        <a:solidFill>
                          <a:srgbClr val="172B4D"/>
                        </a:solidFill>
                        <a:effectLst/>
                        <a:latin typeface="+mj-lt"/>
                      </a:endParaRPr>
                    </a:p>
                  </a:txBody>
                  <a:tcPr marL="76200" marR="76200" marT="53340" marB="53340"/>
                </a:tc>
                <a:tc>
                  <a:txBody>
                    <a:bodyPr/>
                    <a:lstStyle/>
                    <a:p>
                      <a:pPr marL="0" marR="0" algn="l" fontAlgn="t">
                        <a:buNone/>
                      </a:pPr>
                      <a:r>
                        <a:rPr lang="en-AU" sz="900" b="0" i="0" dirty="0">
                          <a:solidFill>
                            <a:srgbClr val="172B4D"/>
                          </a:solidFill>
                          <a:effectLst/>
                          <a:latin typeface="-apple-system"/>
                        </a:rPr>
                        <a:t>SAGEMAKER CLARIFY</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vMerge="1">
                  <a:txBody>
                    <a:bodyPr/>
                    <a:lstStyle/>
                    <a:p>
                      <a:pPr marL="171450" indent="-171450">
                        <a:buFont typeface="Arial" panose="020B0604020202020204" pitchFamily="34" charset="0"/>
                        <a:buChar char="•"/>
                      </a:pPr>
                      <a:endParaRPr lang="en-AU" sz="800" b="0" i="0" kern="1200" dirty="0">
                        <a:solidFill>
                          <a:schemeClr val="dk1"/>
                        </a:solidFill>
                        <a:effectLst/>
                        <a:latin typeface="+mn-lt"/>
                        <a:ea typeface="+mn-ea"/>
                        <a:cs typeface="+mn-cs"/>
                      </a:endParaRPr>
                    </a:p>
                  </a:txBody>
                  <a:tcPr marL="76200" marR="76200" marT="53340" marB="53340"/>
                </a:tc>
                <a:tc vMerge="1">
                  <a:txBody>
                    <a:bodyPr/>
                    <a:lstStyle/>
                    <a:p>
                      <a:endParaRPr lang="en-AU"/>
                    </a:p>
                  </a:txBody>
                  <a:tcPr/>
                </a:tc>
                <a:extLst>
                  <a:ext uri="{0D108BD9-81ED-4DB2-BD59-A6C34878D82A}">
                    <a16:rowId xmlns:a16="http://schemas.microsoft.com/office/drawing/2014/main" val="1578751327"/>
                  </a:ext>
                </a:extLst>
              </a:tr>
              <a:tr h="218450">
                <a:tc vMerge="1">
                  <a:txBody>
                    <a:bodyPr/>
                    <a:lstStyle/>
                    <a:p>
                      <a:pPr marL="0" marR="0" algn="l" fontAlgn="t">
                        <a:buNone/>
                      </a:pPr>
                      <a:endParaRPr lang="en-AU" sz="800" b="0" i="0" dirty="0">
                        <a:solidFill>
                          <a:srgbClr val="172B4D"/>
                        </a:solidFill>
                        <a:effectLst/>
                        <a:latin typeface="+mj-lt"/>
                      </a:endParaRPr>
                    </a:p>
                  </a:txBody>
                  <a:tcPr marL="76200" marR="76200" marT="53340" marB="53340"/>
                </a:tc>
                <a:tc>
                  <a:txBody>
                    <a:bodyPr/>
                    <a:lstStyle/>
                    <a:p>
                      <a:pPr marL="0" marR="0" algn="l" fontAlgn="t">
                        <a:buNone/>
                      </a:pPr>
                      <a:r>
                        <a:rPr lang="en-AU" sz="900" b="0" i="0" kern="1200" dirty="0">
                          <a:solidFill>
                            <a:schemeClr val="dk1"/>
                          </a:solidFill>
                          <a:effectLst/>
                          <a:latin typeface="+mn-lt"/>
                          <a:ea typeface="+mn-ea"/>
                          <a:cs typeface="+mn-cs"/>
                        </a:rPr>
                        <a:t>BEDROCK</a:t>
                      </a:r>
                      <a:endParaRPr lang="en-AU" sz="900" b="0" i="0" dirty="0">
                        <a:solidFill>
                          <a:srgbClr val="172B4D"/>
                        </a:solidFill>
                        <a:effectLst/>
                        <a:latin typeface="-apple-system"/>
                      </a:endParaRP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rowSpan="2">
                  <a:txBody>
                    <a:bodyPr/>
                    <a:lstStyle/>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Open AI</a:t>
                      </a: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Azure Open AI</a:t>
                      </a: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Google Vertex AI</a:t>
                      </a:r>
                    </a:p>
                    <a:p>
                      <a:pPr marL="171450" indent="-171450">
                        <a:buFont typeface="Arial" panose="020B0604020202020204" pitchFamily="34" charset="0"/>
                        <a:buChar char="•"/>
                      </a:pPr>
                      <a:r>
                        <a:rPr lang="en-AU" sz="900" b="0" i="0" kern="1200" dirty="0">
                          <a:solidFill>
                            <a:schemeClr val="dk1"/>
                          </a:solidFill>
                          <a:effectLst/>
                          <a:latin typeface="+mn-lt"/>
                          <a:ea typeface="+mn-ea"/>
                          <a:cs typeface="+mn-cs"/>
                        </a:rPr>
                        <a:t>NVIDIA DGX Cloud</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rowSpan="2">
                  <a:txBody>
                    <a:bodyPr/>
                    <a:lstStyle/>
                    <a:p>
                      <a:pPr marL="171450" indent="-171450">
                        <a:buFont typeface="Arial" panose="020B0604020202020204" pitchFamily="34" charset="0"/>
                        <a:buChar char="•"/>
                      </a:pPr>
                      <a:endParaRPr lang="en-AU" sz="900" b="0" i="0" kern="1200" dirty="0">
                        <a:solidFill>
                          <a:schemeClr val="dk1"/>
                        </a:solidFill>
                        <a:effectLst/>
                        <a:latin typeface="+mn-lt"/>
                        <a:ea typeface="+mn-ea"/>
                        <a:cs typeface="+mn-cs"/>
                      </a:endParaRP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932501282"/>
                  </a:ext>
                </a:extLst>
              </a:tr>
              <a:tr h="218450">
                <a:tc vMerge="1">
                  <a:txBody>
                    <a:bodyPr/>
                    <a:lstStyle/>
                    <a:p>
                      <a:pPr marL="0" marR="0" algn="l" fontAlgn="t">
                        <a:buNone/>
                      </a:pPr>
                      <a:endParaRPr lang="en-AU" sz="800" b="0" i="0" dirty="0">
                        <a:solidFill>
                          <a:srgbClr val="172B4D"/>
                        </a:solidFill>
                        <a:effectLst/>
                        <a:latin typeface="+mj-lt"/>
                      </a:endParaRPr>
                    </a:p>
                  </a:txBody>
                  <a:tcPr marL="76200" marR="76200" marT="53340" marB="53340"/>
                </a:tc>
                <a:tc>
                  <a:txBody>
                    <a:bodyPr/>
                    <a:lstStyle/>
                    <a:p>
                      <a:pPr marL="0" marR="0" algn="l" fontAlgn="t">
                        <a:buNone/>
                      </a:pPr>
                      <a:r>
                        <a:rPr lang="en-AU" sz="900" b="0" i="0" kern="1200" dirty="0">
                          <a:solidFill>
                            <a:schemeClr val="dk1"/>
                          </a:solidFill>
                          <a:effectLst/>
                          <a:latin typeface="+mn-lt"/>
                          <a:ea typeface="+mn-ea"/>
                          <a:cs typeface="+mn-cs"/>
                        </a:rPr>
                        <a:t>BEDROCK - TITAN FM </a:t>
                      </a:r>
                      <a:br>
                        <a:rPr lang="en-AU" sz="900" dirty="0"/>
                      </a:br>
                      <a:r>
                        <a:rPr lang="en-AU" sz="900" b="0" i="0" kern="1200" dirty="0">
                          <a:solidFill>
                            <a:schemeClr val="dk1"/>
                          </a:solidFill>
                          <a:effectLst/>
                          <a:latin typeface="+mn-lt"/>
                          <a:ea typeface="+mn-ea"/>
                          <a:cs typeface="+mn-cs"/>
                        </a:rPr>
                        <a:t>(Part of BEDROCK)</a:t>
                      </a:r>
                      <a:endParaRPr lang="en-AU" sz="900" b="0" i="0" dirty="0">
                        <a:solidFill>
                          <a:srgbClr val="172B4D"/>
                        </a:solidFill>
                        <a:effectLst/>
                        <a:latin typeface="-apple-system"/>
                      </a:endParaRP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vMerge="1">
                  <a:txBody>
                    <a:bodyPr/>
                    <a:lstStyle/>
                    <a:p>
                      <a:pPr marL="171450" indent="-171450">
                        <a:buFont typeface="Arial" panose="020B0604020202020204" pitchFamily="34" charset="0"/>
                        <a:buChar char="•"/>
                      </a:pPr>
                      <a:endParaRPr lang="en-AU" sz="800" b="0" i="0" kern="1200" dirty="0">
                        <a:solidFill>
                          <a:schemeClr val="dk1"/>
                        </a:solidFill>
                        <a:effectLst/>
                        <a:latin typeface="+mn-lt"/>
                        <a:ea typeface="+mn-ea"/>
                        <a:cs typeface="+mn-cs"/>
                      </a:endParaRPr>
                    </a:p>
                  </a:txBody>
                  <a:tcPr marL="76200" marR="76200" marT="53340" marB="53340"/>
                </a:tc>
                <a:tc vMerge="1">
                  <a:txBody>
                    <a:bodyPr/>
                    <a:lstStyle/>
                    <a:p>
                      <a:endParaRPr lang="en-AU"/>
                    </a:p>
                  </a:txBody>
                  <a:tcPr/>
                </a:tc>
                <a:extLst>
                  <a:ext uri="{0D108BD9-81ED-4DB2-BD59-A6C34878D82A}">
                    <a16:rowId xmlns:a16="http://schemas.microsoft.com/office/drawing/2014/main" val="1406992321"/>
                  </a:ext>
                </a:extLst>
              </a:tr>
            </a:tbl>
          </a:graphicData>
        </a:graphic>
      </p:graphicFrame>
    </p:spTree>
    <p:extLst>
      <p:ext uri="{BB962C8B-B14F-4D97-AF65-F5344CB8AC3E}">
        <p14:creationId xmlns:p14="http://schemas.microsoft.com/office/powerpoint/2010/main" val="3294651230"/>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B8EA68B5-DB28-D5D6-7247-B4C376F76E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759838C-32FF-B508-15B0-07A1E4E1CBA3}"/>
              </a:ext>
            </a:extLst>
          </p:cNvPr>
          <p:cNvSpPr txBox="1"/>
          <p:nvPr/>
        </p:nvSpPr>
        <p:spPr>
          <a:xfrm>
            <a:off x="982058" y="2104817"/>
            <a:ext cx="10058400" cy="707886"/>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4000" b="1" i="0" u="none" strike="noStrike" kern="1200" cap="none" spc="0" normalizeH="0" baseline="0" noProof="0" dirty="0">
                <a:ln>
                  <a:noFill/>
                </a:ln>
                <a:solidFill>
                  <a:prstClr val="black"/>
                </a:solidFill>
                <a:effectLst/>
                <a:uLnTx/>
                <a:uFillTx/>
                <a:latin typeface="Aptos" panose="02110004020202020204"/>
                <a:ea typeface="+mn-ea"/>
                <a:cs typeface="+mn-cs"/>
              </a:rPr>
              <a:t>Agentic Stack</a:t>
            </a:r>
          </a:p>
        </p:txBody>
      </p:sp>
      <p:sp>
        <p:nvSpPr>
          <p:cNvPr id="5" name="Rectangle 4">
            <a:extLst>
              <a:ext uri="{FF2B5EF4-FFF2-40B4-BE49-F238E27FC236}">
                <a16:creationId xmlns:a16="http://schemas.microsoft.com/office/drawing/2014/main" id="{FF9687E5-6073-79ED-B866-CE3786CA859A}"/>
              </a:ext>
            </a:extLst>
          </p:cNvPr>
          <p:cNvSpPr/>
          <p:nvPr/>
        </p:nvSpPr>
        <p:spPr>
          <a:xfrm>
            <a:off x="4495954" y="2821094"/>
            <a:ext cx="3047695" cy="36576"/>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88561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904AEA69-91A9-FD5A-EE47-516E1DCE0B6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2101489-1A75-82A0-04A5-8D9C8BE4E6F0}"/>
              </a:ext>
            </a:extLst>
          </p:cNvPr>
          <p:cNvSpPr txBox="1"/>
          <p:nvPr/>
        </p:nvSpPr>
        <p:spPr>
          <a:xfrm>
            <a:off x="109988" y="50802"/>
            <a:ext cx="9084812" cy="707886"/>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AU" sz="4000" b="1" dirty="0">
                <a:solidFill>
                  <a:prstClr val="black"/>
                </a:solidFill>
                <a:latin typeface="Aptos" panose="02110004020202020204"/>
              </a:rPr>
              <a:t>Considerations</a:t>
            </a:r>
            <a:endParaRPr kumimoji="0" lang="en-AU" sz="40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2F101BF5-2D47-4E6D-BB42-37F54A8B7B2D}"/>
              </a:ext>
            </a:extLst>
          </p:cNvPr>
          <p:cNvSpPr/>
          <p:nvPr/>
        </p:nvSpPr>
        <p:spPr>
          <a:xfrm>
            <a:off x="135614" y="724818"/>
            <a:ext cx="3775985" cy="45719"/>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aphicFrame>
        <p:nvGraphicFramePr>
          <p:cNvPr id="10" name="Table 9">
            <a:extLst>
              <a:ext uri="{FF2B5EF4-FFF2-40B4-BE49-F238E27FC236}">
                <a16:creationId xmlns:a16="http://schemas.microsoft.com/office/drawing/2014/main" id="{98223D5C-62D1-10CD-DAB4-80B3904D1B1F}"/>
              </a:ext>
            </a:extLst>
          </p:cNvPr>
          <p:cNvGraphicFramePr>
            <a:graphicFrameLocks noGrp="1"/>
          </p:cNvGraphicFramePr>
          <p:nvPr>
            <p:extLst>
              <p:ext uri="{D42A27DB-BD31-4B8C-83A1-F6EECF244321}">
                <p14:modId xmlns:p14="http://schemas.microsoft.com/office/powerpoint/2010/main" val="1846647714"/>
              </p:ext>
            </p:extLst>
          </p:nvPr>
        </p:nvGraphicFramePr>
        <p:xfrm>
          <a:off x="126918" y="905931"/>
          <a:ext cx="8406518" cy="2620198"/>
        </p:xfrm>
        <a:graphic>
          <a:graphicData uri="http://schemas.openxmlformats.org/drawingml/2006/table">
            <a:tbl>
              <a:tblPr firstRow="1" bandRow="1">
                <a:tableStyleId>{00A15C55-8517-42AA-B614-E9B94910E393}</a:tableStyleId>
              </a:tblPr>
              <a:tblGrid>
                <a:gridCol w="1327481">
                  <a:extLst>
                    <a:ext uri="{9D8B030D-6E8A-4147-A177-3AD203B41FA5}">
                      <a16:colId xmlns:a16="http://schemas.microsoft.com/office/drawing/2014/main" val="3936262581"/>
                    </a:ext>
                  </a:extLst>
                </a:gridCol>
                <a:gridCol w="1876756">
                  <a:extLst>
                    <a:ext uri="{9D8B030D-6E8A-4147-A177-3AD203B41FA5}">
                      <a16:colId xmlns:a16="http://schemas.microsoft.com/office/drawing/2014/main" val="3030712591"/>
                    </a:ext>
                  </a:extLst>
                </a:gridCol>
                <a:gridCol w="2497469">
                  <a:extLst>
                    <a:ext uri="{9D8B030D-6E8A-4147-A177-3AD203B41FA5}">
                      <a16:colId xmlns:a16="http://schemas.microsoft.com/office/drawing/2014/main" val="1513725334"/>
                    </a:ext>
                  </a:extLst>
                </a:gridCol>
                <a:gridCol w="2704812">
                  <a:extLst>
                    <a:ext uri="{9D8B030D-6E8A-4147-A177-3AD203B41FA5}">
                      <a16:colId xmlns:a16="http://schemas.microsoft.com/office/drawing/2014/main" val="3568823842"/>
                    </a:ext>
                  </a:extLst>
                </a:gridCol>
              </a:tblGrid>
              <a:tr h="0">
                <a:tc>
                  <a:txBody>
                    <a:bodyPr/>
                    <a:lstStyle/>
                    <a:p>
                      <a:pPr marL="0" marR="0" algn="ctr" fontAlgn="t">
                        <a:lnSpc>
                          <a:spcPts val="1950"/>
                        </a:lnSpc>
                        <a:buNone/>
                      </a:pPr>
                      <a:r>
                        <a:rPr lang="en-AU" sz="1200" b="1" dirty="0">
                          <a:solidFill>
                            <a:schemeClr val="tx1"/>
                          </a:solidFill>
                          <a:effectLst/>
                          <a:latin typeface="Roboto" panose="02000000000000000000" pitchFamily="2" charset="0"/>
                        </a:rPr>
                        <a:t>Aspect</a:t>
                      </a: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t">
                        <a:lnSpc>
                          <a:spcPts val="1950"/>
                        </a:lnSpc>
                        <a:buNone/>
                      </a:pPr>
                      <a:r>
                        <a:rPr lang="en-AU" sz="1200" b="1" dirty="0">
                          <a:solidFill>
                            <a:schemeClr val="tx1"/>
                          </a:solidFill>
                          <a:effectLst/>
                          <a:latin typeface="Roboto" panose="02000000000000000000" pitchFamily="2" charset="0"/>
                        </a:rPr>
                        <a:t>AWS</a:t>
                      </a: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t">
                        <a:lnSpc>
                          <a:spcPts val="1950"/>
                        </a:lnSpc>
                        <a:buNone/>
                      </a:pPr>
                      <a:r>
                        <a:rPr lang="en-AU" sz="1200" b="1" dirty="0">
                          <a:solidFill>
                            <a:schemeClr val="tx1"/>
                          </a:solidFill>
                          <a:effectLst/>
                          <a:latin typeface="Roboto" panose="02000000000000000000" pitchFamily="2" charset="0"/>
                        </a:rPr>
                        <a:t>Azure</a:t>
                      </a: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fontAlgn="t">
                        <a:lnSpc>
                          <a:spcPts val="1950"/>
                        </a:lnSpc>
                        <a:buNone/>
                      </a:pPr>
                      <a:r>
                        <a:rPr lang="en-AU" sz="1200" b="1" dirty="0">
                          <a:solidFill>
                            <a:schemeClr val="tx1"/>
                          </a:solidFill>
                          <a:effectLst/>
                          <a:latin typeface="Roboto" panose="02000000000000000000" pitchFamily="2" charset="0"/>
                        </a:rPr>
                        <a:t>GCP</a:t>
                      </a:r>
                    </a:p>
                  </a:txBody>
                  <a:tcPr marL="90235" marR="90235"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98489"/>
                  </a:ext>
                </a:extLst>
              </a:tr>
              <a:tr h="0">
                <a:tc>
                  <a:txBody>
                    <a:bodyPr/>
                    <a:lstStyle/>
                    <a:p>
                      <a:pPr marL="0" marR="0" algn="l" fontAlgn="t">
                        <a:lnSpc>
                          <a:spcPts val="1950"/>
                        </a:lnSpc>
                        <a:buNone/>
                      </a:pPr>
                      <a:r>
                        <a:rPr lang="en-AU" sz="900" b="1" dirty="0">
                          <a:effectLst/>
                          <a:latin typeface="+mn-lt"/>
                          <a:ea typeface="Roboto" panose="02000000000000000000" pitchFamily="2" charset="0"/>
                          <a:cs typeface="Roboto" panose="02000000000000000000" pitchFamily="2" charset="0"/>
                        </a:rPr>
                        <a:t>Model Ecosystem</a:t>
                      </a:r>
                      <a:endParaRPr lang="en-AU" sz="900" b="0" dirty="0">
                        <a:effectLst/>
                        <a:latin typeface="+mn-lt"/>
                        <a:ea typeface="Roboto" panose="02000000000000000000" pitchFamily="2" charset="0"/>
                        <a:cs typeface="Roboto" panose="02000000000000000000" pitchFamily="2" charset="0"/>
                      </a:endParaRP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mn-lt"/>
                          <a:ea typeface="Roboto" panose="02000000000000000000" pitchFamily="2" charset="0"/>
                          <a:cs typeface="Roboto" panose="02000000000000000000" pitchFamily="2" charset="0"/>
                        </a:rPr>
                        <a:t>Bedrock model hub (multi-vendor)</a:t>
                      </a: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a:effectLst/>
                          <a:latin typeface="+mn-lt"/>
                          <a:ea typeface="Roboto" panose="02000000000000000000" pitchFamily="2" charset="0"/>
                          <a:cs typeface="Roboto" panose="02000000000000000000" pitchFamily="2" charset="0"/>
                        </a:rPr>
                        <a:t>OpenAI models &amp; Azure Model Catalog</a:t>
                      </a: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mn-lt"/>
                          <a:ea typeface="Roboto" panose="02000000000000000000" pitchFamily="2" charset="0"/>
                          <a:cs typeface="Roboto" panose="02000000000000000000" pitchFamily="2" charset="0"/>
                        </a:rPr>
                        <a:t>Gemini, open-source models</a:t>
                      </a:r>
                    </a:p>
                  </a:txBody>
                  <a:tcPr marL="90235" marR="90235"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460560795"/>
                  </a:ext>
                </a:extLst>
              </a:tr>
              <a:tr h="0">
                <a:tc>
                  <a:txBody>
                    <a:bodyPr/>
                    <a:lstStyle/>
                    <a:p>
                      <a:pPr marL="0" marR="0" algn="l" fontAlgn="t">
                        <a:lnSpc>
                          <a:spcPts val="1950"/>
                        </a:lnSpc>
                        <a:buNone/>
                      </a:pPr>
                      <a:r>
                        <a:rPr lang="en-AU" sz="900" b="1">
                          <a:effectLst/>
                          <a:latin typeface="+mn-lt"/>
                          <a:ea typeface="Roboto" panose="02000000000000000000" pitchFamily="2" charset="0"/>
                          <a:cs typeface="Roboto" panose="02000000000000000000" pitchFamily="2" charset="0"/>
                        </a:rPr>
                        <a:t>Orchestration</a:t>
                      </a:r>
                      <a:endParaRPr lang="en-AU" sz="900" b="0">
                        <a:effectLst/>
                        <a:latin typeface="+mn-lt"/>
                        <a:ea typeface="Roboto" panose="02000000000000000000" pitchFamily="2" charset="0"/>
                        <a:cs typeface="Roboto" panose="02000000000000000000" pitchFamily="2" charset="0"/>
                      </a:endParaRP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mn-lt"/>
                          <a:ea typeface="Roboto" panose="02000000000000000000" pitchFamily="2" charset="0"/>
                          <a:cs typeface="Roboto" panose="02000000000000000000" pitchFamily="2" charset="0"/>
                        </a:rPr>
                        <a:t>Lambda, ECS, Step Functions</a:t>
                      </a: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mn-lt"/>
                          <a:ea typeface="Roboto" panose="02000000000000000000" pitchFamily="2" charset="0"/>
                          <a:cs typeface="Roboto" panose="02000000000000000000" pitchFamily="2" charset="0"/>
                        </a:rPr>
                        <a:t>AI Studio, Functions, AKS</a:t>
                      </a: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a:effectLst/>
                          <a:latin typeface="+mn-lt"/>
                          <a:ea typeface="Roboto" panose="02000000000000000000" pitchFamily="2" charset="0"/>
                          <a:cs typeface="Roboto" panose="02000000000000000000" pitchFamily="2" charset="0"/>
                        </a:rPr>
                        <a:t>Cloud Run, GKE, Vertex AI pipelines</a:t>
                      </a:r>
                    </a:p>
                  </a:txBody>
                  <a:tcPr marL="90235" marR="90235"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525412426"/>
                  </a:ext>
                </a:extLst>
              </a:tr>
              <a:tr h="0">
                <a:tc>
                  <a:txBody>
                    <a:bodyPr/>
                    <a:lstStyle/>
                    <a:p>
                      <a:pPr marL="0" marR="0" algn="l" fontAlgn="t">
                        <a:lnSpc>
                          <a:spcPts val="1950"/>
                        </a:lnSpc>
                        <a:buNone/>
                      </a:pPr>
                      <a:r>
                        <a:rPr lang="en-AU" sz="900" b="1">
                          <a:effectLst/>
                          <a:latin typeface="+mn-lt"/>
                          <a:ea typeface="Roboto" panose="02000000000000000000" pitchFamily="2" charset="0"/>
                          <a:cs typeface="Roboto" panose="02000000000000000000" pitchFamily="2" charset="0"/>
                        </a:rPr>
                        <a:t>Enterprise Integration</a:t>
                      </a:r>
                      <a:endParaRPr lang="en-AU" sz="900" b="0">
                        <a:effectLst/>
                        <a:latin typeface="+mn-lt"/>
                        <a:ea typeface="Roboto" panose="02000000000000000000" pitchFamily="2" charset="0"/>
                        <a:cs typeface="Roboto" panose="02000000000000000000" pitchFamily="2" charset="0"/>
                      </a:endParaRP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mn-lt"/>
                          <a:ea typeface="Roboto" panose="02000000000000000000" pitchFamily="2" charset="0"/>
                          <a:cs typeface="Roboto" panose="02000000000000000000" pitchFamily="2" charset="0"/>
                        </a:rPr>
                        <a:t>Strong with AWS services</a:t>
                      </a: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mn-lt"/>
                          <a:ea typeface="Roboto" panose="02000000000000000000" pitchFamily="2" charset="0"/>
                          <a:cs typeface="Roboto" panose="02000000000000000000" pitchFamily="2" charset="0"/>
                        </a:rPr>
                        <a:t>Microsoft 365 stack</a:t>
                      </a: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err="1">
                          <a:effectLst/>
                          <a:latin typeface="+mn-lt"/>
                          <a:ea typeface="Roboto" panose="02000000000000000000" pitchFamily="2" charset="0"/>
                          <a:cs typeface="Roboto" panose="02000000000000000000" pitchFamily="2" charset="0"/>
                        </a:rPr>
                        <a:t>BigQuery</a:t>
                      </a:r>
                      <a:r>
                        <a:rPr lang="en-AU" sz="900" b="0" dirty="0">
                          <a:effectLst/>
                          <a:latin typeface="+mn-lt"/>
                          <a:ea typeface="Roboto" panose="02000000000000000000" pitchFamily="2" charset="0"/>
                          <a:cs typeface="Roboto" panose="02000000000000000000" pitchFamily="2" charset="0"/>
                        </a:rPr>
                        <a:t>/Dataflow-centric</a:t>
                      </a:r>
                    </a:p>
                  </a:txBody>
                  <a:tcPr marL="90235" marR="90235"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81982011"/>
                  </a:ext>
                </a:extLst>
              </a:tr>
              <a:tr h="0">
                <a:tc>
                  <a:txBody>
                    <a:bodyPr/>
                    <a:lstStyle/>
                    <a:p>
                      <a:pPr marL="0" marR="0" algn="l" fontAlgn="t">
                        <a:lnSpc>
                          <a:spcPts val="1950"/>
                        </a:lnSpc>
                        <a:buNone/>
                      </a:pPr>
                      <a:r>
                        <a:rPr lang="en-AU" sz="900" b="1">
                          <a:effectLst/>
                          <a:latin typeface="+mn-lt"/>
                          <a:ea typeface="Roboto" panose="02000000000000000000" pitchFamily="2" charset="0"/>
                          <a:cs typeface="Roboto" panose="02000000000000000000" pitchFamily="2" charset="0"/>
                        </a:rPr>
                        <a:t>Memory &amp; State</a:t>
                      </a:r>
                      <a:endParaRPr lang="en-AU" sz="900" b="0">
                        <a:effectLst/>
                        <a:latin typeface="+mn-lt"/>
                        <a:ea typeface="Roboto" panose="02000000000000000000" pitchFamily="2" charset="0"/>
                        <a:cs typeface="Roboto" panose="02000000000000000000" pitchFamily="2" charset="0"/>
                      </a:endParaRP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err="1">
                          <a:effectLst/>
                          <a:latin typeface="+mn-lt"/>
                          <a:ea typeface="Roboto" panose="02000000000000000000" pitchFamily="2" charset="0"/>
                          <a:cs typeface="Roboto" panose="02000000000000000000" pitchFamily="2" charset="0"/>
                        </a:rPr>
                        <a:t>AgentCore</a:t>
                      </a:r>
                      <a:r>
                        <a:rPr lang="en-AU" sz="900" b="0" dirty="0">
                          <a:effectLst/>
                          <a:latin typeface="+mn-lt"/>
                          <a:ea typeface="Roboto" panose="02000000000000000000" pitchFamily="2" charset="0"/>
                          <a:cs typeface="Roboto" panose="02000000000000000000" pitchFamily="2" charset="0"/>
                        </a:rPr>
                        <a:t> Memory</a:t>
                      </a: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mn-lt"/>
                          <a:ea typeface="Roboto" panose="02000000000000000000" pitchFamily="2" charset="0"/>
                          <a:cs typeface="Roboto" panose="02000000000000000000" pitchFamily="2" charset="0"/>
                        </a:rPr>
                        <a:t>Vector stores &amp; Cosmos DB</a:t>
                      </a: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mn-lt"/>
                          <a:ea typeface="Roboto" panose="02000000000000000000" pitchFamily="2" charset="0"/>
                          <a:cs typeface="Roboto" panose="02000000000000000000" pitchFamily="2" charset="0"/>
                        </a:rPr>
                        <a:t>Vertex AI Agents memory + pipelines</a:t>
                      </a:r>
                    </a:p>
                  </a:txBody>
                  <a:tcPr marL="90235" marR="90235"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077583248"/>
                  </a:ext>
                </a:extLst>
              </a:tr>
              <a:tr h="0">
                <a:tc>
                  <a:txBody>
                    <a:bodyPr/>
                    <a:lstStyle/>
                    <a:p>
                      <a:pPr marL="0" marR="0" algn="l" fontAlgn="t">
                        <a:lnSpc>
                          <a:spcPts val="1950"/>
                        </a:lnSpc>
                        <a:buNone/>
                      </a:pPr>
                      <a:r>
                        <a:rPr lang="en-AU" sz="900" b="1">
                          <a:effectLst/>
                          <a:latin typeface="+mn-lt"/>
                          <a:ea typeface="Roboto" panose="02000000000000000000" pitchFamily="2" charset="0"/>
                          <a:cs typeface="Roboto" panose="02000000000000000000" pitchFamily="2" charset="0"/>
                        </a:rPr>
                        <a:t>Observability</a:t>
                      </a:r>
                      <a:endParaRPr lang="en-AU" sz="900" b="0">
                        <a:effectLst/>
                        <a:latin typeface="+mn-lt"/>
                        <a:ea typeface="Roboto" panose="02000000000000000000" pitchFamily="2" charset="0"/>
                        <a:cs typeface="Roboto" panose="02000000000000000000" pitchFamily="2" charset="0"/>
                      </a:endParaRP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mn-lt"/>
                          <a:ea typeface="Roboto" panose="02000000000000000000" pitchFamily="2" charset="0"/>
                          <a:cs typeface="Roboto" panose="02000000000000000000" pitchFamily="2" charset="0"/>
                        </a:rPr>
                        <a:t>CloudWatch + third-party</a:t>
                      </a: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mn-lt"/>
                          <a:ea typeface="Roboto" panose="02000000000000000000" pitchFamily="2" charset="0"/>
                          <a:cs typeface="Roboto" panose="02000000000000000000" pitchFamily="2" charset="0"/>
                        </a:rPr>
                        <a:t>Azure Monitor</a:t>
                      </a: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mn-lt"/>
                          <a:ea typeface="Roboto" panose="02000000000000000000" pitchFamily="2" charset="0"/>
                          <a:cs typeface="Roboto" panose="02000000000000000000" pitchFamily="2" charset="0"/>
                        </a:rPr>
                        <a:t>Vertex AI native monitoring</a:t>
                      </a:r>
                    </a:p>
                  </a:txBody>
                  <a:tcPr marL="90235" marR="90235"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92933110"/>
                  </a:ext>
                </a:extLst>
              </a:tr>
              <a:tr h="0">
                <a:tc>
                  <a:txBody>
                    <a:bodyPr/>
                    <a:lstStyle/>
                    <a:p>
                      <a:pPr marL="0" marR="0" algn="l" fontAlgn="t">
                        <a:lnSpc>
                          <a:spcPts val="1950"/>
                        </a:lnSpc>
                        <a:buNone/>
                      </a:pPr>
                      <a:r>
                        <a:rPr lang="en-AU" sz="900" b="1">
                          <a:effectLst/>
                          <a:latin typeface="+mn-lt"/>
                          <a:ea typeface="Roboto" panose="02000000000000000000" pitchFamily="2" charset="0"/>
                          <a:cs typeface="Roboto" panose="02000000000000000000" pitchFamily="2" charset="0"/>
                        </a:rPr>
                        <a:t>Best Fit</a:t>
                      </a:r>
                      <a:endParaRPr lang="en-AU" sz="900" b="0">
                        <a:effectLst/>
                        <a:latin typeface="+mn-lt"/>
                        <a:ea typeface="Roboto" panose="02000000000000000000" pitchFamily="2" charset="0"/>
                        <a:cs typeface="Roboto" panose="02000000000000000000" pitchFamily="2" charset="0"/>
                      </a:endParaRP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a:effectLst/>
                          <a:latin typeface="+mn-lt"/>
                          <a:ea typeface="Roboto" panose="02000000000000000000" pitchFamily="2" charset="0"/>
                          <a:cs typeface="Roboto" panose="02000000000000000000" pitchFamily="2" charset="0"/>
                        </a:rPr>
                        <a:t>Flexibility, DIY, platform engineers</a:t>
                      </a: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mn-lt"/>
                          <a:ea typeface="Roboto" panose="02000000000000000000" pitchFamily="2" charset="0"/>
                          <a:cs typeface="Roboto" panose="02000000000000000000" pitchFamily="2" charset="0"/>
                        </a:rPr>
                        <a:t>Copilots for employees, enterprise governance</a:t>
                      </a:r>
                    </a:p>
                  </a:txBody>
                  <a:tcPr marL="90235" marR="75196"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algn="l" fontAlgn="t">
                        <a:lnSpc>
                          <a:spcPts val="1950"/>
                        </a:lnSpc>
                        <a:buNone/>
                      </a:pPr>
                      <a:r>
                        <a:rPr lang="en-AU" sz="900" b="0" dirty="0">
                          <a:effectLst/>
                          <a:latin typeface="+mn-lt"/>
                          <a:ea typeface="Roboto" panose="02000000000000000000" pitchFamily="2" charset="0"/>
                          <a:cs typeface="Roboto" panose="02000000000000000000" pitchFamily="2" charset="0"/>
                        </a:rPr>
                        <a:t>Data-native, analytical AI agents</a:t>
                      </a:r>
                    </a:p>
                  </a:txBody>
                  <a:tcPr marL="90235" marR="90235" marT="45118" marB="751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379467273"/>
                  </a:ext>
                </a:extLst>
              </a:tr>
            </a:tbl>
          </a:graphicData>
        </a:graphic>
      </p:graphicFrame>
      <p:graphicFrame>
        <p:nvGraphicFramePr>
          <p:cNvPr id="3" name="Table 2">
            <a:extLst>
              <a:ext uri="{FF2B5EF4-FFF2-40B4-BE49-F238E27FC236}">
                <a16:creationId xmlns:a16="http://schemas.microsoft.com/office/drawing/2014/main" id="{AAB26F92-8CB1-C613-199F-A47134E229A3}"/>
              </a:ext>
            </a:extLst>
          </p:cNvPr>
          <p:cNvGraphicFramePr>
            <a:graphicFrameLocks noGrp="1"/>
          </p:cNvGraphicFramePr>
          <p:nvPr>
            <p:extLst>
              <p:ext uri="{D42A27DB-BD31-4B8C-83A1-F6EECF244321}">
                <p14:modId xmlns:p14="http://schemas.microsoft.com/office/powerpoint/2010/main" val="2730570261"/>
              </p:ext>
            </p:extLst>
          </p:nvPr>
        </p:nvGraphicFramePr>
        <p:xfrm>
          <a:off x="109988" y="3637278"/>
          <a:ext cx="11861649" cy="3048000"/>
        </p:xfrm>
        <a:graphic>
          <a:graphicData uri="http://schemas.openxmlformats.org/drawingml/2006/table">
            <a:tbl>
              <a:tblPr firstRow="1" bandRow="1">
                <a:tableStyleId>{00A15C55-8517-42AA-B614-E9B94910E393}</a:tableStyleId>
              </a:tblPr>
              <a:tblGrid>
                <a:gridCol w="4165679">
                  <a:extLst>
                    <a:ext uri="{9D8B030D-6E8A-4147-A177-3AD203B41FA5}">
                      <a16:colId xmlns:a16="http://schemas.microsoft.com/office/drawing/2014/main" val="1236905162"/>
                    </a:ext>
                  </a:extLst>
                </a:gridCol>
                <a:gridCol w="3979333">
                  <a:extLst>
                    <a:ext uri="{9D8B030D-6E8A-4147-A177-3AD203B41FA5}">
                      <a16:colId xmlns:a16="http://schemas.microsoft.com/office/drawing/2014/main" val="1870533032"/>
                    </a:ext>
                  </a:extLst>
                </a:gridCol>
                <a:gridCol w="3716637">
                  <a:extLst>
                    <a:ext uri="{9D8B030D-6E8A-4147-A177-3AD203B41FA5}">
                      <a16:colId xmlns:a16="http://schemas.microsoft.com/office/drawing/2014/main" val="1884103032"/>
                    </a:ext>
                  </a:extLst>
                </a:gridCol>
              </a:tblGrid>
              <a:tr h="233424">
                <a:tc>
                  <a:txBody>
                    <a:bodyPr/>
                    <a:lstStyle/>
                    <a:p>
                      <a:pPr algn="ctr"/>
                      <a:r>
                        <a:rPr lang="en-AU" sz="1200" dirty="0">
                          <a:solidFill>
                            <a:schemeClr val="tx1"/>
                          </a:solidFill>
                        </a:rPr>
                        <a:t>AWS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1200" dirty="0">
                          <a:solidFill>
                            <a:schemeClr val="tx1"/>
                          </a:solidFill>
                        </a:rPr>
                        <a:t>AZURE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1200" dirty="0">
                          <a:solidFill>
                            <a:schemeClr val="tx1"/>
                          </a:solidFill>
                        </a:rPr>
                        <a:t>GOOGLE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2527161"/>
                  </a:ext>
                </a:extLst>
              </a:tr>
              <a:tr h="2743531">
                <a:tc>
                  <a:txBody>
                    <a:bodyPr/>
                    <a:lstStyle/>
                    <a:p>
                      <a:pPr algn="l"/>
                      <a:r>
                        <a:rPr lang="en-AU" sz="800" b="1" i="0" kern="1200" dirty="0">
                          <a:solidFill>
                            <a:schemeClr val="dk1"/>
                          </a:solidFill>
                          <a:effectLst/>
                          <a:latin typeface="+mn-lt"/>
                          <a:ea typeface="+mn-ea"/>
                          <a:cs typeface="+mn-cs"/>
                        </a:rPr>
                        <a:t>Amazon Bedrock </a:t>
                      </a:r>
                      <a:r>
                        <a:rPr lang="en-AU" sz="800" b="1" i="0" kern="1200" dirty="0" err="1">
                          <a:solidFill>
                            <a:schemeClr val="dk1"/>
                          </a:solidFill>
                          <a:effectLst/>
                          <a:latin typeface="+mn-lt"/>
                          <a:ea typeface="+mn-ea"/>
                          <a:cs typeface="+mn-cs"/>
                        </a:rPr>
                        <a:t>AgentCore</a:t>
                      </a:r>
                      <a:r>
                        <a:rPr lang="en-AU" sz="800" b="0" i="0" kern="1200" dirty="0">
                          <a:solidFill>
                            <a:schemeClr val="dk1"/>
                          </a:solidFill>
                          <a:effectLst/>
                          <a:latin typeface="+mn-lt"/>
                          <a:ea typeface="+mn-ea"/>
                          <a:cs typeface="+mn-cs"/>
                        </a:rPr>
                        <a:t>: Enterprise-grade platform for deploying and managing autonomous AI agents. Features include:</a:t>
                      </a:r>
                    </a:p>
                    <a:p>
                      <a:pPr marL="171450" lvl="0" indent="-171450" algn="l">
                        <a:buFont typeface="Arial" panose="020B0604020202020204" pitchFamily="34" charset="0"/>
                        <a:buChar char="•"/>
                      </a:pPr>
                      <a:r>
                        <a:rPr lang="en-AU" sz="800" b="1" i="0" kern="1200" dirty="0" err="1">
                          <a:solidFill>
                            <a:schemeClr val="dk1"/>
                          </a:solidFill>
                          <a:effectLst/>
                          <a:latin typeface="+mn-lt"/>
                          <a:ea typeface="+mn-ea"/>
                          <a:cs typeface="+mn-cs"/>
                        </a:rPr>
                        <a:t>AgentCore</a:t>
                      </a:r>
                      <a:r>
                        <a:rPr lang="en-AU" sz="800" b="1" i="0" kern="1200" dirty="0">
                          <a:solidFill>
                            <a:schemeClr val="dk1"/>
                          </a:solidFill>
                          <a:effectLst/>
                          <a:latin typeface="+mn-lt"/>
                          <a:ea typeface="+mn-ea"/>
                          <a:cs typeface="+mn-cs"/>
                        </a:rPr>
                        <a:t> Runtime</a:t>
                      </a:r>
                      <a:r>
                        <a:rPr lang="en-AU" sz="800" b="0" i="0" kern="1200" dirty="0">
                          <a:solidFill>
                            <a:schemeClr val="dk1"/>
                          </a:solidFill>
                          <a:effectLst/>
                          <a:latin typeface="+mn-lt"/>
                          <a:ea typeface="+mn-ea"/>
                          <a:cs typeface="+mn-cs"/>
                        </a:rPr>
                        <a:t>: Secure execution with session isolation and long running </a:t>
                      </a:r>
                      <a:br>
                        <a:rPr lang="en-AU" sz="800" b="0" i="0" kern="1200" dirty="0">
                          <a:solidFill>
                            <a:schemeClr val="dk1"/>
                          </a:solidFill>
                          <a:effectLst/>
                          <a:latin typeface="+mn-lt"/>
                          <a:ea typeface="+mn-ea"/>
                          <a:cs typeface="+mn-cs"/>
                        </a:rPr>
                      </a:br>
                      <a:r>
                        <a:rPr lang="en-AU" sz="800" b="0" i="0" kern="1200" dirty="0">
                          <a:solidFill>
                            <a:schemeClr val="dk1"/>
                          </a:solidFill>
                          <a:effectLst/>
                          <a:latin typeface="+mn-lt"/>
                          <a:ea typeface="+mn-ea"/>
                          <a:cs typeface="+mn-cs"/>
                        </a:rPr>
                        <a:t>workflows (up to 8 hours).</a:t>
                      </a:r>
                    </a:p>
                    <a:p>
                      <a:pPr marL="171450" lvl="0" indent="-171450" algn="l">
                        <a:buFont typeface="Arial" panose="020B0604020202020204" pitchFamily="34" charset="0"/>
                        <a:buChar char="•"/>
                      </a:pPr>
                      <a:r>
                        <a:rPr lang="en-AU" sz="800" b="1" i="0" kern="1200" dirty="0" err="1">
                          <a:solidFill>
                            <a:schemeClr val="dk1"/>
                          </a:solidFill>
                          <a:effectLst/>
                          <a:latin typeface="+mn-lt"/>
                          <a:ea typeface="+mn-ea"/>
                          <a:cs typeface="+mn-cs"/>
                        </a:rPr>
                        <a:t>AgentCore</a:t>
                      </a:r>
                      <a:r>
                        <a:rPr lang="en-AU" sz="800" b="1" i="0" kern="1200" dirty="0">
                          <a:solidFill>
                            <a:schemeClr val="dk1"/>
                          </a:solidFill>
                          <a:effectLst/>
                          <a:latin typeface="+mn-lt"/>
                          <a:ea typeface="+mn-ea"/>
                          <a:cs typeface="+mn-cs"/>
                        </a:rPr>
                        <a:t> Memory</a:t>
                      </a:r>
                      <a:r>
                        <a:rPr lang="en-AU" sz="800" b="0" i="0" kern="1200" dirty="0">
                          <a:solidFill>
                            <a:schemeClr val="dk1"/>
                          </a:solidFill>
                          <a:effectLst/>
                          <a:latin typeface="+mn-lt"/>
                          <a:ea typeface="+mn-ea"/>
                          <a:cs typeface="+mn-cs"/>
                        </a:rPr>
                        <a:t>: Long-term and short-term memory infrastructure for </a:t>
                      </a:r>
                      <a:br>
                        <a:rPr lang="en-AU" sz="800" b="0" i="0" kern="1200" dirty="0">
                          <a:solidFill>
                            <a:schemeClr val="dk1"/>
                          </a:solidFill>
                          <a:effectLst/>
                          <a:latin typeface="+mn-lt"/>
                          <a:ea typeface="+mn-ea"/>
                          <a:cs typeface="+mn-cs"/>
                        </a:rPr>
                      </a:br>
                      <a:r>
                        <a:rPr lang="en-AU" sz="800" b="0" i="0" kern="1200" dirty="0">
                          <a:solidFill>
                            <a:schemeClr val="dk1"/>
                          </a:solidFill>
                          <a:effectLst/>
                          <a:latin typeface="+mn-lt"/>
                          <a:ea typeface="+mn-ea"/>
                          <a:cs typeface="+mn-cs"/>
                        </a:rPr>
                        <a:t>context-aware agents.</a:t>
                      </a:r>
                    </a:p>
                    <a:p>
                      <a:pPr marL="171450" lvl="0" indent="-171450" algn="l">
                        <a:buFont typeface="Arial" panose="020B0604020202020204" pitchFamily="34" charset="0"/>
                        <a:buChar char="•"/>
                      </a:pPr>
                      <a:r>
                        <a:rPr lang="en-AU" sz="800" b="1" i="0" kern="1200" dirty="0" err="1">
                          <a:solidFill>
                            <a:schemeClr val="dk1"/>
                          </a:solidFill>
                          <a:effectLst/>
                          <a:latin typeface="+mn-lt"/>
                          <a:ea typeface="+mn-ea"/>
                          <a:cs typeface="+mn-cs"/>
                        </a:rPr>
                        <a:t>AgentCore</a:t>
                      </a:r>
                      <a:r>
                        <a:rPr lang="en-AU" sz="800" b="1" i="0" kern="1200" dirty="0">
                          <a:solidFill>
                            <a:schemeClr val="dk1"/>
                          </a:solidFill>
                          <a:effectLst/>
                          <a:latin typeface="+mn-lt"/>
                          <a:ea typeface="+mn-ea"/>
                          <a:cs typeface="+mn-cs"/>
                        </a:rPr>
                        <a:t> Identity</a:t>
                      </a:r>
                      <a:r>
                        <a:rPr lang="en-AU" sz="800" b="0" i="0" kern="1200" dirty="0">
                          <a:solidFill>
                            <a:schemeClr val="dk1"/>
                          </a:solidFill>
                          <a:effectLst/>
                          <a:latin typeface="+mn-lt"/>
                          <a:ea typeface="+mn-ea"/>
                          <a:cs typeface="+mn-cs"/>
                        </a:rPr>
                        <a:t>: Integrates with Amazon Cognito, Microsoft Entra ID, Okta for </a:t>
                      </a:r>
                      <a:br>
                        <a:rPr lang="en-AU" sz="800" b="0" i="0" kern="1200" dirty="0">
                          <a:solidFill>
                            <a:schemeClr val="dk1"/>
                          </a:solidFill>
                          <a:effectLst/>
                          <a:latin typeface="+mn-lt"/>
                          <a:ea typeface="+mn-ea"/>
                          <a:cs typeface="+mn-cs"/>
                        </a:rPr>
                      </a:br>
                      <a:r>
                        <a:rPr lang="en-AU" sz="800" b="0" i="0" kern="1200" dirty="0">
                          <a:solidFill>
                            <a:schemeClr val="dk1"/>
                          </a:solidFill>
                          <a:effectLst/>
                          <a:latin typeface="+mn-lt"/>
                          <a:ea typeface="+mn-ea"/>
                          <a:cs typeface="+mn-cs"/>
                        </a:rPr>
                        <a:t>secure authentication.</a:t>
                      </a:r>
                    </a:p>
                    <a:p>
                      <a:pPr marL="171450" lvl="0" indent="-171450" algn="l">
                        <a:buFont typeface="Arial" panose="020B0604020202020204" pitchFamily="34" charset="0"/>
                        <a:buChar char="•"/>
                      </a:pPr>
                      <a:r>
                        <a:rPr lang="en-AU" sz="800" b="1" i="0" kern="1200" dirty="0" err="1">
                          <a:solidFill>
                            <a:schemeClr val="dk1"/>
                          </a:solidFill>
                          <a:effectLst/>
                          <a:latin typeface="+mn-lt"/>
                          <a:ea typeface="+mn-ea"/>
                          <a:cs typeface="+mn-cs"/>
                        </a:rPr>
                        <a:t>AgentCore</a:t>
                      </a:r>
                      <a:r>
                        <a:rPr lang="en-AU" sz="800" b="1" i="0" kern="1200" dirty="0">
                          <a:solidFill>
                            <a:schemeClr val="dk1"/>
                          </a:solidFill>
                          <a:effectLst/>
                          <a:latin typeface="+mn-lt"/>
                          <a:ea typeface="+mn-ea"/>
                          <a:cs typeface="+mn-cs"/>
                        </a:rPr>
                        <a:t> Gateway &amp; Code Interpreter</a:t>
                      </a:r>
                      <a:r>
                        <a:rPr lang="en-AU" sz="800" b="0" i="0" kern="1200" dirty="0">
                          <a:solidFill>
                            <a:schemeClr val="dk1"/>
                          </a:solidFill>
                          <a:effectLst/>
                          <a:latin typeface="+mn-lt"/>
                          <a:ea typeface="+mn-ea"/>
                          <a:cs typeface="+mn-cs"/>
                        </a:rPr>
                        <a:t>: Enables tool </a:t>
                      </a:r>
                      <a:br>
                        <a:rPr lang="en-AU" sz="800" b="0" i="0" kern="1200" dirty="0">
                          <a:solidFill>
                            <a:schemeClr val="dk1"/>
                          </a:solidFill>
                          <a:effectLst/>
                          <a:latin typeface="+mn-lt"/>
                          <a:ea typeface="+mn-ea"/>
                          <a:cs typeface="+mn-cs"/>
                        </a:rPr>
                      </a:br>
                      <a:r>
                        <a:rPr lang="en-AU" sz="800" b="0" i="0" kern="1200" dirty="0">
                          <a:solidFill>
                            <a:schemeClr val="dk1"/>
                          </a:solidFill>
                          <a:effectLst/>
                          <a:latin typeface="+mn-lt"/>
                          <a:ea typeface="+mn-ea"/>
                          <a:cs typeface="+mn-cs"/>
                        </a:rPr>
                        <a:t>executions, secure code execution, and web-based interactions.</a:t>
                      </a:r>
                    </a:p>
                    <a:p>
                      <a:pPr marL="171450" lvl="0" indent="-171450" algn="l">
                        <a:buFont typeface="Arial" panose="020B0604020202020204" pitchFamily="34" charset="0"/>
                        <a:buChar char="•"/>
                      </a:pPr>
                      <a:r>
                        <a:rPr lang="en-AU" sz="800" b="1" i="0" kern="1200" dirty="0">
                          <a:solidFill>
                            <a:schemeClr val="dk1"/>
                          </a:solidFill>
                          <a:effectLst/>
                          <a:latin typeface="+mn-lt"/>
                          <a:ea typeface="+mn-ea"/>
                          <a:cs typeface="+mn-cs"/>
                        </a:rPr>
                        <a:t>Observability</a:t>
                      </a:r>
                      <a:r>
                        <a:rPr lang="en-AU" sz="800" b="0" i="0" kern="1200" dirty="0">
                          <a:solidFill>
                            <a:schemeClr val="dk1"/>
                          </a:solidFill>
                          <a:effectLst/>
                          <a:latin typeface="+mn-lt"/>
                          <a:ea typeface="+mn-ea"/>
                          <a:cs typeface="+mn-cs"/>
                        </a:rPr>
                        <a:t>: Realtime telemetry via AWS CloudWatch, compatible with third-party LLM observability tools (</a:t>
                      </a:r>
                      <a:r>
                        <a:rPr lang="en-AU" sz="800" b="0" i="0" kern="1200" dirty="0" err="1">
                          <a:solidFill>
                            <a:schemeClr val="dk1"/>
                          </a:solidFill>
                          <a:effectLst/>
                          <a:latin typeface="+mn-lt"/>
                          <a:ea typeface="+mn-ea"/>
                          <a:cs typeface="+mn-cs"/>
                        </a:rPr>
                        <a:t>LangSmith</a:t>
                      </a:r>
                      <a:r>
                        <a:rPr lang="en-AU" sz="800" b="0" i="0" kern="1200" dirty="0">
                          <a:solidFill>
                            <a:schemeClr val="dk1"/>
                          </a:solidFill>
                          <a:effectLst/>
                          <a:latin typeface="+mn-lt"/>
                          <a:ea typeface="+mn-ea"/>
                          <a:cs typeface="+mn-cs"/>
                        </a:rPr>
                        <a:t>, </a:t>
                      </a:r>
                      <a:r>
                        <a:rPr lang="en-AU" sz="800" b="0" i="0" kern="1200" dirty="0" err="1">
                          <a:solidFill>
                            <a:schemeClr val="dk1"/>
                          </a:solidFill>
                          <a:effectLst/>
                          <a:latin typeface="+mn-lt"/>
                          <a:ea typeface="+mn-ea"/>
                          <a:cs typeface="+mn-cs"/>
                        </a:rPr>
                        <a:t>Helicone</a:t>
                      </a:r>
                      <a:r>
                        <a:rPr lang="en-AU" sz="800" b="0" i="0" kern="1200" dirty="0">
                          <a:solidFill>
                            <a:schemeClr val="dk1"/>
                          </a:solidFill>
                          <a:effectLst/>
                          <a:latin typeface="+mn-lt"/>
                          <a:ea typeface="+mn-ea"/>
                          <a:cs typeface="+mn-cs"/>
                        </a:rPr>
                        <a:t>, etc.).</a:t>
                      </a:r>
                    </a:p>
                    <a:p>
                      <a:pPr algn="l"/>
                      <a:endParaRPr lang="en-AU" sz="800" b="1" i="0" kern="1200" dirty="0">
                        <a:solidFill>
                          <a:schemeClr val="dk1"/>
                        </a:solidFill>
                        <a:effectLst/>
                        <a:latin typeface="+mn-lt"/>
                        <a:ea typeface="+mn-ea"/>
                        <a:cs typeface="+mn-cs"/>
                      </a:endParaRPr>
                    </a:p>
                    <a:p>
                      <a:pPr algn="l"/>
                      <a:r>
                        <a:rPr lang="en-AU" sz="800" b="1" i="0" kern="1200" dirty="0">
                          <a:solidFill>
                            <a:schemeClr val="dk1"/>
                          </a:solidFill>
                          <a:effectLst/>
                          <a:latin typeface="+mn-lt"/>
                          <a:ea typeface="+mn-ea"/>
                          <a:cs typeface="+mn-cs"/>
                        </a:rPr>
                        <a:t>Amazon Nova &amp; </a:t>
                      </a:r>
                      <a:r>
                        <a:rPr lang="en-AU" sz="800" b="1" i="0" kern="1200" dirty="0" err="1">
                          <a:solidFill>
                            <a:schemeClr val="dk1"/>
                          </a:solidFill>
                          <a:effectLst/>
                          <a:latin typeface="+mn-lt"/>
                          <a:ea typeface="+mn-ea"/>
                          <a:cs typeface="+mn-cs"/>
                        </a:rPr>
                        <a:t>TwelveLabs</a:t>
                      </a:r>
                      <a:r>
                        <a:rPr lang="en-AU" sz="800" b="1" i="0" kern="1200" dirty="0">
                          <a:solidFill>
                            <a:schemeClr val="dk1"/>
                          </a:solidFill>
                          <a:effectLst/>
                          <a:latin typeface="+mn-lt"/>
                          <a:ea typeface="+mn-ea"/>
                          <a:cs typeface="+mn-cs"/>
                        </a:rPr>
                        <a:t> Integration</a:t>
                      </a:r>
                      <a:r>
                        <a:rPr lang="en-AU" sz="800" b="0" i="0" kern="1200" dirty="0">
                          <a:solidFill>
                            <a:schemeClr val="dk1"/>
                          </a:solidFill>
                          <a:effectLst/>
                          <a:latin typeface="+mn-lt"/>
                          <a:ea typeface="+mn-ea"/>
                          <a:cs typeface="+mn-cs"/>
                        </a:rPr>
                        <a:t>: Custom model fine-tuning and multi-modal processing for complex agentic tasks.</a:t>
                      </a:r>
                    </a:p>
                    <a:p>
                      <a:pPr algn="l"/>
                      <a:endParaRPr lang="en-AU" sz="800" b="1" i="0" kern="1200" dirty="0">
                        <a:solidFill>
                          <a:schemeClr val="dk1"/>
                        </a:solidFill>
                        <a:effectLst/>
                        <a:latin typeface="+mn-lt"/>
                        <a:ea typeface="+mn-ea"/>
                        <a:cs typeface="+mn-cs"/>
                      </a:endParaRPr>
                    </a:p>
                    <a:p>
                      <a:pPr algn="l"/>
                      <a:r>
                        <a:rPr lang="en-AU" sz="800" b="1" i="0" kern="1200" dirty="0">
                          <a:solidFill>
                            <a:schemeClr val="dk1"/>
                          </a:solidFill>
                          <a:effectLst/>
                          <a:latin typeface="+mn-lt"/>
                          <a:ea typeface="+mn-ea"/>
                          <a:cs typeface="+mn-cs"/>
                        </a:rPr>
                        <a:t>Orchestration</a:t>
                      </a:r>
                      <a:r>
                        <a:rPr lang="en-AU" sz="800" b="0" i="0" kern="1200" dirty="0">
                          <a:solidFill>
                            <a:schemeClr val="dk1"/>
                          </a:solidFill>
                          <a:effectLst/>
                          <a:latin typeface="+mn-lt"/>
                          <a:ea typeface="+mn-ea"/>
                          <a:cs typeface="+mn-cs"/>
                        </a:rPr>
                        <a:t>: Serverless-first architecture using Lambda, ECS, Fargate, Step Functions; </a:t>
                      </a:r>
                    </a:p>
                    <a:p>
                      <a:pPr algn="l"/>
                      <a:r>
                        <a:rPr lang="en-AU" sz="800" b="0" i="0" kern="1200" dirty="0">
                          <a:solidFill>
                            <a:schemeClr val="dk1"/>
                          </a:solidFill>
                          <a:effectLst/>
                          <a:latin typeface="+mn-lt"/>
                          <a:ea typeface="+mn-ea"/>
                          <a:cs typeface="+mn-cs"/>
                        </a:rPr>
                        <a:t>Python centric orchestration often via </a:t>
                      </a:r>
                      <a:r>
                        <a:rPr lang="en-AU" sz="800" b="1" i="0" kern="1200" dirty="0" err="1">
                          <a:solidFill>
                            <a:schemeClr val="dk1"/>
                          </a:solidFill>
                          <a:effectLst/>
                          <a:latin typeface="+mn-lt"/>
                          <a:ea typeface="+mn-ea"/>
                          <a:cs typeface="+mn-cs"/>
                        </a:rPr>
                        <a:t>LangChain</a:t>
                      </a:r>
                      <a:r>
                        <a:rPr lang="en-AU" sz="800" b="0" i="0" kern="1200" dirty="0">
                          <a:solidFill>
                            <a:schemeClr val="dk1"/>
                          </a:solidFill>
                          <a:effectLst/>
                          <a:latin typeface="+mn-lt"/>
                          <a:ea typeface="+mn-ea"/>
                          <a:cs typeface="+mn-cs"/>
                        </a:rPr>
                        <a:t>, </a:t>
                      </a:r>
                      <a:r>
                        <a:rPr lang="en-AU" sz="800" b="1" i="0" kern="1200" dirty="0" err="1">
                          <a:solidFill>
                            <a:schemeClr val="dk1"/>
                          </a:solidFill>
                          <a:effectLst/>
                          <a:latin typeface="+mn-lt"/>
                          <a:ea typeface="+mn-ea"/>
                          <a:cs typeface="+mn-cs"/>
                        </a:rPr>
                        <a:t>LangGraph</a:t>
                      </a:r>
                      <a:r>
                        <a:rPr lang="en-AU" sz="800" b="0" i="0" kern="1200" dirty="0">
                          <a:solidFill>
                            <a:schemeClr val="dk1"/>
                          </a:solidFill>
                          <a:effectLst/>
                          <a:latin typeface="+mn-lt"/>
                          <a:ea typeface="+mn-ea"/>
                          <a:cs typeface="+mn-cs"/>
                        </a:rPr>
                        <a:t>, or custom </a:t>
                      </a:r>
                    </a:p>
                    <a:p>
                      <a:pPr algn="l"/>
                      <a:r>
                        <a:rPr lang="en-AU" sz="800" b="0" i="0" kern="1200" dirty="0">
                          <a:solidFill>
                            <a:schemeClr val="dk1"/>
                          </a:solidFill>
                          <a:effectLst/>
                          <a:latin typeface="+mn-lt"/>
                          <a:ea typeface="+mn-ea"/>
                          <a:cs typeface="+mn-cs"/>
                        </a:rPr>
                        <a:t>SDKs.</a:t>
                      </a:r>
                    </a:p>
                    <a:p>
                      <a:pPr algn="l"/>
                      <a:endParaRPr lang="en-AU" sz="800" b="1" i="0" kern="1200" dirty="0">
                        <a:solidFill>
                          <a:schemeClr val="dk1"/>
                        </a:solidFill>
                        <a:effectLst/>
                        <a:latin typeface="+mn-lt"/>
                        <a:ea typeface="+mn-ea"/>
                        <a:cs typeface="+mn-cs"/>
                      </a:endParaRPr>
                    </a:p>
                    <a:p>
                      <a:pPr algn="l"/>
                      <a:r>
                        <a:rPr lang="en-AU" sz="800" b="1" i="0" kern="1200" dirty="0">
                          <a:solidFill>
                            <a:schemeClr val="dk1"/>
                          </a:solidFill>
                          <a:effectLst/>
                          <a:latin typeface="+mn-lt"/>
                          <a:ea typeface="+mn-ea"/>
                          <a:cs typeface="+mn-cs"/>
                        </a:rPr>
                        <a:t>Tooling &amp; Data Integration</a:t>
                      </a:r>
                      <a:r>
                        <a:rPr lang="en-AU" sz="800" b="0" i="0" kern="1200" dirty="0">
                          <a:solidFill>
                            <a:schemeClr val="dk1"/>
                          </a:solidFill>
                          <a:effectLst/>
                          <a:latin typeface="+mn-lt"/>
                          <a:ea typeface="+mn-ea"/>
                          <a:cs typeface="+mn-cs"/>
                        </a:rPr>
                        <a:t>: Connects seamlessly to S3, Aurora, </a:t>
                      </a:r>
                    </a:p>
                    <a:p>
                      <a:pPr algn="l"/>
                      <a:r>
                        <a:rPr lang="en-AU" sz="800" b="0" i="0" kern="1200" dirty="0">
                          <a:solidFill>
                            <a:schemeClr val="dk1"/>
                          </a:solidFill>
                          <a:effectLst/>
                          <a:latin typeface="+mn-lt"/>
                          <a:ea typeface="+mn-ea"/>
                          <a:cs typeface="+mn-cs"/>
                        </a:rPr>
                        <a:t>DynamoDB, Glue, OpenSearch, vector stores, and message queues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l"/>
                      <a:r>
                        <a:rPr lang="en-AU" sz="800" b="1" i="0" kern="1200" dirty="0">
                          <a:solidFill>
                            <a:schemeClr val="dk1"/>
                          </a:solidFill>
                          <a:effectLst/>
                          <a:latin typeface="+mn-lt"/>
                          <a:ea typeface="+mn-ea"/>
                          <a:cs typeface="+mn-cs"/>
                        </a:rPr>
                        <a:t>Azure OpenAI Service &amp; Azure AI Studio</a:t>
                      </a:r>
                      <a:r>
                        <a:rPr lang="en-AU" sz="800" b="0" i="0" kern="1200" dirty="0">
                          <a:solidFill>
                            <a:schemeClr val="dk1"/>
                          </a:solidFill>
                          <a:effectLst/>
                          <a:latin typeface="+mn-lt"/>
                          <a:ea typeface="+mn-ea"/>
                          <a:cs typeface="+mn-cs"/>
                        </a:rPr>
                        <a:t>:</a:t>
                      </a:r>
                    </a:p>
                    <a:p>
                      <a:pPr marL="171450" indent="-171450" algn="l">
                        <a:buFont typeface="Arial" panose="020B0604020202020204" pitchFamily="34" charset="0"/>
                        <a:buChar char="•"/>
                      </a:pPr>
                      <a:r>
                        <a:rPr lang="en-AU" sz="800" b="0" i="0" kern="1200" dirty="0">
                          <a:solidFill>
                            <a:schemeClr val="dk1"/>
                          </a:solidFill>
                          <a:effectLst/>
                          <a:latin typeface="+mn-lt"/>
                          <a:ea typeface="+mn-ea"/>
                          <a:cs typeface="+mn-cs"/>
                        </a:rPr>
                        <a:t>Managed GPT models (currently GPT5.1, o3) with enterprise controls and private </a:t>
                      </a:r>
                      <a:br>
                        <a:rPr lang="en-AU" sz="800" b="0" i="0" kern="1200" dirty="0">
                          <a:solidFill>
                            <a:schemeClr val="dk1"/>
                          </a:solidFill>
                          <a:effectLst/>
                          <a:latin typeface="+mn-lt"/>
                          <a:ea typeface="+mn-ea"/>
                          <a:cs typeface="+mn-cs"/>
                        </a:rPr>
                      </a:br>
                      <a:r>
                        <a:rPr lang="en-AU" sz="800" b="0" i="0" kern="1200" dirty="0">
                          <a:solidFill>
                            <a:schemeClr val="dk1"/>
                          </a:solidFill>
                          <a:effectLst/>
                          <a:latin typeface="+mn-lt"/>
                          <a:ea typeface="+mn-ea"/>
                          <a:cs typeface="+mn-cs"/>
                        </a:rPr>
                        <a:t>networking.</a:t>
                      </a:r>
                    </a:p>
                    <a:p>
                      <a:pPr marL="171450" indent="-171450" algn="l">
                        <a:buFont typeface="Arial" panose="020B0604020202020204" pitchFamily="34" charset="0"/>
                        <a:buChar char="•"/>
                      </a:pPr>
                      <a:r>
                        <a:rPr lang="en-AU" sz="800" b="0" i="0" kern="1200" dirty="0">
                          <a:solidFill>
                            <a:schemeClr val="dk1"/>
                          </a:solidFill>
                          <a:effectLst/>
                          <a:latin typeface="+mn-lt"/>
                          <a:ea typeface="+mn-ea"/>
                          <a:cs typeface="+mn-cs"/>
                        </a:rPr>
                        <a:t>Integrated agent orchestration (tool calling, evaluation, monitoring)</a:t>
                      </a:r>
                    </a:p>
                    <a:p>
                      <a:pPr marL="171450" indent="-171450" algn="l">
                        <a:buFont typeface="Arial" panose="020B0604020202020204" pitchFamily="34" charset="0"/>
                        <a:buChar char="•"/>
                      </a:pPr>
                      <a:r>
                        <a:rPr lang="en-AU" sz="800" b="0" i="0" kern="1200" dirty="0">
                          <a:solidFill>
                            <a:schemeClr val="dk1"/>
                          </a:solidFill>
                          <a:effectLst/>
                          <a:latin typeface="+mn-lt"/>
                          <a:ea typeface="+mn-ea"/>
                          <a:cs typeface="+mn-cs"/>
                        </a:rPr>
                        <a:t>Built in vector store connectivity (Cosmos DB, Azure AI Search).</a:t>
                      </a:r>
                    </a:p>
                    <a:p>
                      <a:pPr algn="l"/>
                      <a:endParaRPr lang="en-AU" sz="800" b="1" i="0" kern="1200" dirty="0">
                        <a:solidFill>
                          <a:schemeClr val="dk1"/>
                        </a:solidFill>
                        <a:effectLst/>
                        <a:latin typeface="+mn-lt"/>
                        <a:ea typeface="+mn-ea"/>
                        <a:cs typeface="+mn-cs"/>
                      </a:endParaRPr>
                    </a:p>
                    <a:p>
                      <a:pPr algn="l"/>
                      <a:r>
                        <a:rPr lang="en-AU" sz="800" b="1" i="0" kern="1200" dirty="0">
                          <a:solidFill>
                            <a:schemeClr val="dk1"/>
                          </a:solidFill>
                          <a:effectLst/>
                          <a:latin typeface="+mn-lt"/>
                          <a:ea typeface="+mn-ea"/>
                          <a:cs typeface="+mn-cs"/>
                        </a:rPr>
                        <a:t>Orchestration Patterns</a:t>
                      </a:r>
                      <a:r>
                        <a:rPr lang="en-AU" sz="800" b="0" i="0" kern="1200" dirty="0">
                          <a:solidFill>
                            <a:schemeClr val="dk1"/>
                          </a:solidFill>
                          <a:effectLst/>
                          <a:latin typeface="+mn-lt"/>
                          <a:ea typeface="+mn-ea"/>
                          <a:cs typeface="+mn-cs"/>
                        </a:rPr>
                        <a:t>: Azure Functions, AKS, Logic Apps for custom flows. Azure AI Studio offers opinionated scaffolding for agent development, reducing assembly work.</a:t>
                      </a:r>
                    </a:p>
                    <a:p>
                      <a:pPr algn="l"/>
                      <a:endParaRPr lang="en-AU" sz="800" b="1" i="0" kern="1200" dirty="0">
                        <a:solidFill>
                          <a:schemeClr val="dk1"/>
                        </a:solidFill>
                        <a:effectLst/>
                        <a:latin typeface="+mn-lt"/>
                        <a:ea typeface="+mn-ea"/>
                        <a:cs typeface="+mn-cs"/>
                      </a:endParaRPr>
                    </a:p>
                    <a:p>
                      <a:pPr algn="l"/>
                      <a:r>
                        <a:rPr lang="en-AU" sz="800" b="1" i="0" kern="1200" dirty="0">
                          <a:solidFill>
                            <a:schemeClr val="dk1"/>
                          </a:solidFill>
                          <a:effectLst/>
                          <a:latin typeface="+mn-lt"/>
                          <a:ea typeface="+mn-ea"/>
                          <a:cs typeface="+mn-cs"/>
                        </a:rPr>
                        <a:t>Enterprise Integrations</a:t>
                      </a:r>
                      <a:r>
                        <a:rPr lang="en-AU" sz="800" b="0" i="0" kern="1200" dirty="0">
                          <a:solidFill>
                            <a:schemeClr val="dk1"/>
                          </a:solidFill>
                          <a:effectLst/>
                          <a:latin typeface="+mn-lt"/>
                          <a:ea typeface="+mn-ea"/>
                          <a:cs typeface="+mn-cs"/>
                        </a:rPr>
                        <a:t>: Tight connectivity with Microsoft 365, Teams, SharePoint, and GitHub for internal enterprise copilots.</a:t>
                      </a:r>
                    </a:p>
                    <a:p>
                      <a:pPr algn="l"/>
                      <a:endParaRPr lang="en-AU" sz="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l"/>
                      <a:r>
                        <a:rPr lang="en-AU" sz="800" b="1" i="0" kern="1200" dirty="0">
                          <a:solidFill>
                            <a:schemeClr val="dk1"/>
                          </a:solidFill>
                          <a:effectLst/>
                          <a:latin typeface="+mn-lt"/>
                          <a:ea typeface="+mn-ea"/>
                          <a:cs typeface="+mn-cs"/>
                        </a:rPr>
                        <a:t>Vertex AI + Gemini Models</a:t>
                      </a:r>
                      <a:r>
                        <a:rPr lang="en-AU" sz="800" b="0" i="0" kern="1200" dirty="0">
                          <a:solidFill>
                            <a:schemeClr val="dk1"/>
                          </a:solidFill>
                          <a:effectLst/>
                          <a:latin typeface="+mn-lt"/>
                          <a:ea typeface="+mn-ea"/>
                          <a:cs typeface="+mn-cs"/>
                        </a:rPr>
                        <a:t>: Comprehensive ML and LLM platform integrating:</a:t>
                      </a:r>
                    </a:p>
                    <a:p>
                      <a:pPr marL="171450" indent="-171450" algn="l">
                        <a:buFont typeface="Arial" panose="020B0604020202020204" pitchFamily="34" charset="0"/>
                        <a:buChar char="•"/>
                      </a:pPr>
                      <a:r>
                        <a:rPr lang="en-AU" sz="800" b="0" i="0" kern="1200" dirty="0">
                          <a:solidFill>
                            <a:schemeClr val="dk1"/>
                          </a:solidFill>
                          <a:effectLst/>
                          <a:latin typeface="+mn-lt"/>
                          <a:ea typeface="+mn-ea"/>
                          <a:cs typeface="+mn-cs"/>
                        </a:rPr>
                        <a:t>Generative AI Studio, Vertex AI Agents / Agent Builder.</a:t>
                      </a:r>
                    </a:p>
                    <a:p>
                      <a:pPr marL="171450" indent="-171450" algn="l">
                        <a:buFont typeface="Arial" panose="020B0604020202020204" pitchFamily="34" charset="0"/>
                        <a:buChar char="•"/>
                      </a:pPr>
                      <a:r>
                        <a:rPr lang="en-AU" sz="800" b="0" i="0" kern="1200" dirty="0">
                          <a:solidFill>
                            <a:schemeClr val="dk1"/>
                          </a:solidFill>
                          <a:effectLst/>
                          <a:latin typeface="+mn-lt"/>
                          <a:ea typeface="+mn-ea"/>
                          <a:cs typeface="+mn-cs"/>
                        </a:rPr>
                        <a:t>Embeddings, RAG pipelines, vector search.</a:t>
                      </a:r>
                    </a:p>
                    <a:p>
                      <a:pPr marL="171450" indent="-171450" algn="l">
                        <a:buFont typeface="Arial" panose="020B0604020202020204" pitchFamily="34" charset="0"/>
                        <a:buChar char="•"/>
                      </a:pPr>
                      <a:r>
                        <a:rPr lang="en-AU" sz="800" b="0" i="0" kern="1200" dirty="0">
                          <a:solidFill>
                            <a:schemeClr val="dk1"/>
                          </a:solidFill>
                          <a:effectLst/>
                          <a:latin typeface="+mn-lt"/>
                          <a:ea typeface="+mn-ea"/>
                          <a:cs typeface="+mn-cs"/>
                        </a:rPr>
                        <a:t>Evaluation tooling and monitoring.</a:t>
                      </a:r>
                    </a:p>
                    <a:p>
                      <a:pPr algn="l"/>
                      <a:endParaRPr lang="en-AU" sz="800" b="1" i="0" kern="1200" dirty="0">
                        <a:solidFill>
                          <a:schemeClr val="dk1"/>
                        </a:solidFill>
                        <a:effectLst/>
                        <a:latin typeface="+mn-lt"/>
                        <a:ea typeface="+mn-ea"/>
                        <a:cs typeface="+mn-cs"/>
                      </a:endParaRPr>
                    </a:p>
                    <a:p>
                      <a:pPr algn="l"/>
                      <a:r>
                        <a:rPr lang="en-AU" sz="800" b="1" i="0" kern="1200" dirty="0">
                          <a:solidFill>
                            <a:schemeClr val="dk1"/>
                          </a:solidFill>
                          <a:effectLst/>
                          <a:latin typeface="+mn-lt"/>
                          <a:ea typeface="+mn-ea"/>
                          <a:cs typeface="+mn-cs"/>
                        </a:rPr>
                        <a:t>Orchestration</a:t>
                      </a:r>
                      <a:r>
                        <a:rPr lang="en-AU" sz="800" b="0" i="0" kern="1200" dirty="0">
                          <a:solidFill>
                            <a:schemeClr val="dk1"/>
                          </a:solidFill>
                          <a:effectLst/>
                          <a:latin typeface="+mn-lt"/>
                          <a:ea typeface="+mn-ea"/>
                          <a:cs typeface="+mn-cs"/>
                        </a:rPr>
                        <a:t>: Container-based workflows (Cloud Run, GKE), task execution, and multi-step pipelines integrated tightly with </a:t>
                      </a:r>
                      <a:r>
                        <a:rPr lang="en-AU" sz="800" b="0" i="0" kern="1200" dirty="0" err="1">
                          <a:solidFill>
                            <a:schemeClr val="dk1"/>
                          </a:solidFill>
                          <a:effectLst/>
                          <a:latin typeface="+mn-lt"/>
                          <a:ea typeface="+mn-ea"/>
                          <a:cs typeface="+mn-cs"/>
                        </a:rPr>
                        <a:t>BigQuery</a:t>
                      </a:r>
                      <a:r>
                        <a:rPr lang="en-AU" sz="800" b="0" i="0" kern="1200" dirty="0">
                          <a:solidFill>
                            <a:schemeClr val="dk1"/>
                          </a:solidFill>
                          <a:effectLst/>
                          <a:latin typeface="+mn-lt"/>
                          <a:ea typeface="+mn-ea"/>
                          <a:cs typeface="+mn-cs"/>
                        </a:rPr>
                        <a:t> and Dataflow.</a:t>
                      </a:r>
                    </a:p>
                    <a:p>
                      <a:pPr algn="l"/>
                      <a:endParaRPr lang="en-AU" sz="800" b="1" i="0" kern="1200" dirty="0">
                        <a:solidFill>
                          <a:schemeClr val="dk1"/>
                        </a:solidFill>
                        <a:effectLst/>
                        <a:latin typeface="+mn-lt"/>
                        <a:ea typeface="+mn-ea"/>
                        <a:cs typeface="+mn-cs"/>
                      </a:endParaRPr>
                    </a:p>
                    <a:p>
                      <a:pPr algn="l"/>
                      <a:r>
                        <a:rPr lang="en-AU" sz="800" b="1" i="0" kern="1200" dirty="0">
                          <a:solidFill>
                            <a:schemeClr val="dk1"/>
                          </a:solidFill>
                          <a:effectLst/>
                          <a:latin typeface="+mn-lt"/>
                          <a:ea typeface="+mn-ea"/>
                          <a:cs typeface="+mn-cs"/>
                        </a:rPr>
                        <a:t>Tooling &amp; Data Integration</a:t>
                      </a:r>
                      <a:r>
                        <a:rPr lang="en-AU" sz="800" b="0" i="0" kern="1200" dirty="0">
                          <a:solidFill>
                            <a:schemeClr val="dk1"/>
                          </a:solidFill>
                          <a:effectLst/>
                          <a:latin typeface="+mn-lt"/>
                          <a:ea typeface="+mn-ea"/>
                          <a:cs typeface="+mn-cs"/>
                        </a:rPr>
                        <a:t>: Ideal for analytical workloads—data-heavy agentic systems leveraging </a:t>
                      </a:r>
                      <a:r>
                        <a:rPr lang="en-AU" sz="800" b="0" i="0" kern="1200" dirty="0" err="1">
                          <a:solidFill>
                            <a:schemeClr val="dk1"/>
                          </a:solidFill>
                          <a:effectLst/>
                          <a:latin typeface="+mn-lt"/>
                          <a:ea typeface="+mn-ea"/>
                          <a:cs typeface="+mn-cs"/>
                        </a:rPr>
                        <a:t>BigQuery</a:t>
                      </a:r>
                      <a:r>
                        <a:rPr lang="en-AU" sz="800" b="0" i="0" kern="1200" dirty="0">
                          <a:solidFill>
                            <a:schemeClr val="dk1"/>
                          </a:solidFill>
                          <a:effectLst/>
                          <a:latin typeface="+mn-lt"/>
                          <a:ea typeface="+mn-ea"/>
                          <a:cs typeface="+mn-cs"/>
                        </a:rPr>
                        <a:t>, vector search, </a:t>
                      </a:r>
                    </a:p>
                    <a:p>
                      <a:pPr algn="l"/>
                      <a:r>
                        <a:rPr lang="en-AU" sz="800" b="0" i="0" kern="1200" dirty="0">
                          <a:solidFill>
                            <a:schemeClr val="dk1"/>
                          </a:solidFill>
                          <a:effectLst/>
                          <a:latin typeface="+mn-lt"/>
                          <a:ea typeface="+mn-ea"/>
                          <a:cs typeface="+mn-cs"/>
                        </a:rPr>
                        <a:t>and ML pipelines. Supports opensource models (Gemma, Llama, etc) for flexible deployment.</a:t>
                      </a:r>
                    </a:p>
                    <a:p>
                      <a:pPr algn="l"/>
                      <a:endParaRPr lang="en-AU" sz="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308425898"/>
                  </a:ext>
                </a:extLst>
              </a:tr>
            </a:tbl>
          </a:graphicData>
        </a:graphic>
      </p:graphicFrame>
    </p:spTree>
    <p:extLst>
      <p:ext uri="{BB962C8B-B14F-4D97-AF65-F5344CB8AC3E}">
        <p14:creationId xmlns:p14="http://schemas.microsoft.com/office/powerpoint/2010/main" val="99727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8F08A009-0DF3-C97F-1487-163FA24BC8A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AF69FF6-0ADE-5D01-874E-20B4BC89BD73}"/>
              </a:ext>
            </a:extLst>
          </p:cNvPr>
          <p:cNvSpPr txBox="1"/>
          <p:nvPr/>
        </p:nvSpPr>
        <p:spPr>
          <a:xfrm>
            <a:off x="982058" y="2104817"/>
            <a:ext cx="10058400" cy="707886"/>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4000" b="1" i="0" u="none" strike="noStrike" kern="1200" cap="none" spc="0" normalizeH="0" baseline="0" noProof="0" dirty="0">
                <a:ln>
                  <a:noFill/>
                </a:ln>
                <a:solidFill>
                  <a:prstClr val="black"/>
                </a:solidFill>
                <a:effectLst/>
                <a:uLnTx/>
                <a:uFillTx/>
                <a:latin typeface="Aptos" panose="02110004020202020204"/>
                <a:ea typeface="+mn-ea"/>
                <a:cs typeface="+mn-cs"/>
              </a:rPr>
              <a:t>Standard Solution</a:t>
            </a:r>
          </a:p>
        </p:txBody>
      </p:sp>
      <p:sp>
        <p:nvSpPr>
          <p:cNvPr id="5" name="Rectangle 4">
            <a:extLst>
              <a:ext uri="{FF2B5EF4-FFF2-40B4-BE49-F238E27FC236}">
                <a16:creationId xmlns:a16="http://schemas.microsoft.com/office/drawing/2014/main" id="{DA7E60CA-5764-61B2-52A3-FF95802B39A4}"/>
              </a:ext>
            </a:extLst>
          </p:cNvPr>
          <p:cNvSpPr/>
          <p:nvPr/>
        </p:nvSpPr>
        <p:spPr>
          <a:xfrm>
            <a:off x="3970868" y="2811951"/>
            <a:ext cx="4131732" cy="45719"/>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50590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EE2D8CA0-5CB8-8B31-7D9E-765A1F7E0092}"/>
            </a:ext>
          </a:extLst>
        </p:cNvPr>
        <p:cNvGrpSpPr/>
        <p:nvPr/>
      </p:nvGrpSpPr>
      <p:grpSpPr>
        <a:xfrm>
          <a:off x="0" y="0"/>
          <a:ext cx="0" cy="0"/>
          <a:chOff x="0" y="0"/>
          <a:chExt cx="0" cy="0"/>
        </a:xfrm>
      </p:grpSpPr>
      <p:sp>
        <p:nvSpPr>
          <p:cNvPr id="47" name="Rectangle: Rounded Corners 46">
            <a:extLst>
              <a:ext uri="{FF2B5EF4-FFF2-40B4-BE49-F238E27FC236}">
                <a16:creationId xmlns:a16="http://schemas.microsoft.com/office/drawing/2014/main" id="{97B88357-E75B-8204-0487-2D97C690CC74}"/>
              </a:ext>
            </a:extLst>
          </p:cNvPr>
          <p:cNvSpPr/>
          <p:nvPr/>
        </p:nvSpPr>
        <p:spPr>
          <a:xfrm>
            <a:off x="2363263" y="1778707"/>
            <a:ext cx="5002738" cy="4952292"/>
          </a:xfrm>
          <a:prstGeom prst="roundRect">
            <a:avLst/>
          </a:prstGeom>
          <a:solidFill>
            <a:schemeClr val="accent1">
              <a:lumMod val="20000"/>
              <a:lumOff val="80000"/>
            </a:schemeClr>
          </a:solidFill>
        </p:spPr>
        <p:style>
          <a:lnRef idx="1">
            <a:schemeClr val="accent4"/>
          </a:lnRef>
          <a:fillRef idx="2">
            <a:schemeClr val="accent4"/>
          </a:fillRef>
          <a:effectRef idx="1">
            <a:schemeClr val="accent4"/>
          </a:effectRef>
          <a:fontRef idx="minor">
            <a:schemeClr val="dk1"/>
          </a:fontRef>
        </p:style>
        <p:txBody>
          <a:bodyPr rtlCol="0" anchor="t"/>
          <a:lstStyle/>
          <a:p>
            <a:pPr algn="ctr"/>
            <a:r>
              <a:rPr lang="en-AU" sz="1000" dirty="0"/>
              <a:t>COULD BE A SINGLE PLATFORM</a:t>
            </a:r>
          </a:p>
        </p:txBody>
      </p:sp>
      <p:sp>
        <p:nvSpPr>
          <p:cNvPr id="12" name="Rectangle: Rounded Corners 11">
            <a:extLst>
              <a:ext uri="{FF2B5EF4-FFF2-40B4-BE49-F238E27FC236}">
                <a16:creationId xmlns:a16="http://schemas.microsoft.com/office/drawing/2014/main" id="{1C433CA9-6A68-A851-1FC7-29EF8BDA6E19}"/>
              </a:ext>
            </a:extLst>
          </p:cNvPr>
          <p:cNvSpPr/>
          <p:nvPr/>
        </p:nvSpPr>
        <p:spPr>
          <a:xfrm>
            <a:off x="2669119" y="4504269"/>
            <a:ext cx="4385735" cy="1761067"/>
          </a:xfrm>
          <a:prstGeom prst="roundRect">
            <a:avLst/>
          </a:prstGeom>
        </p:spPr>
        <p:style>
          <a:lnRef idx="1">
            <a:schemeClr val="accent4"/>
          </a:lnRef>
          <a:fillRef idx="2">
            <a:schemeClr val="accent4"/>
          </a:fillRef>
          <a:effectRef idx="1">
            <a:schemeClr val="accent4"/>
          </a:effectRef>
          <a:fontRef idx="minor">
            <a:schemeClr val="dk1"/>
          </a:fontRef>
        </p:style>
        <p:txBody>
          <a:bodyPr rtlCol="0" anchor="t"/>
          <a:lstStyle/>
          <a:p>
            <a:pPr algn="ctr"/>
            <a:r>
              <a:rPr lang="en-AU" sz="1000" dirty="0"/>
              <a:t>COULD BE A SINGLE PLATFORM</a:t>
            </a:r>
          </a:p>
        </p:txBody>
      </p:sp>
      <p:sp>
        <p:nvSpPr>
          <p:cNvPr id="3" name="TextBox 2">
            <a:extLst>
              <a:ext uri="{FF2B5EF4-FFF2-40B4-BE49-F238E27FC236}">
                <a16:creationId xmlns:a16="http://schemas.microsoft.com/office/drawing/2014/main" id="{462F4706-0C73-C380-D0DB-76B4F19606B6}"/>
              </a:ext>
            </a:extLst>
          </p:cNvPr>
          <p:cNvSpPr txBox="1"/>
          <p:nvPr/>
        </p:nvSpPr>
        <p:spPr>
          <a:xfrm>
            <a:off x="109991" y="38949"/>
            <a:ext cx="10058400" cy="707886"/>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AU" sz="4000" b="1" i="0" u="none" strike="noStrike" kern="1200" cap="none" spc="0" normalizeH="0" baseline="0" noProof="0" dirty="0">
                <a:ln>
                  <a:noFill/>
                </a:ln>
                <a:solidFill>
                  <a:prstClr val="black"/>
                </a:solidFill>
                <a:effectLst/>
                <a:uLnTx/>
                <a:uFillTx/>
                <a:latin typeface="Aptos" panose="02110004020202020204"/>
                <a:ea typeface="+mn-ea"/>
                <a:cs typeface="+mn-cs"/>
              </a:rPr>
              <a:t>Standard Solution</a:t>
            </a:r>
          </a:p>
        </p:txBody>
      </p:sp>
      <p:sp>
        <p:nvSpPr>
          <p:cNvPr id="5" name="Rectangle 4">
            <a:extLst>
              <a:ext uri="{FF2B5EF4-FFF2-40B4-BE49-F238E27FC236}">
                <a16:creationId xmlns:a16="http://schemas.microsoft.com/office/drawing/2014/main" id="{74602065-EFB9-4A3D-6F8A-ED42FD109199}"/>
              </a:ext>
            </a:extLst>
          </p:cNvPr>
          <p:cNvSpPr/>
          <p:nvPr/>
        </p:nvSpPr>
        <p:spPr>
          <a:xfrm>
            <a:off x="211664" y="686816"/>
            <a:ext cx="4131732" cy="45719"/>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Rectangle: Rounded Corners 1">
            <a:extLst>
              <a:ext uri="{FF2B5EF4-FFF2-40B4-BE49-F238E27FC236}">
                <a16:creationId xmlns:a16="http://schemas.microsoft.com/office/drawing/2014/main" id="{FA53224E-DCBD-3B0A-D17F-4F690688D9B5}"/>
              </a:ext>
            </a:extLst>
          </p:cNvPr>
          <p:cNvSpPr/>
          <p:nvPr/>
        </p:nvSpPr>
        <p:spPr>
          <a:xfrm>
            <a:off x="196850" y="1776770"/>
            <a:ext cx="1328204" cy="4954229"/>
          </a:xfrm>
          <a:prstGeom prst="roundRect">
            <a:avLst/>
          </a:prstGeom>
          <a:solidFill>
            <a:schemeClr val="accent1">
              <a:lumMod val="20000"/>
              <a:lumOff val="8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AU" sz="1000" b="1" dirty="0"/>
              <a:t>SOURCE OF TRUTH</a:t>
            </a:r>
          </a:p>
          <a:p>
            <a:pPr algn="ctr"/>
            <a:r>
              <a:rPr lang="en-AU" sz="1000" b="1" dirty="0"/>
              <a:t>or</a:t>
            </a:r>
          </a:p>
          <a:p>
            <a:pPr algn="ctr"/>
            <a:r>
              <a:rPr lang="en-AU" sz="1000" b="1" dirty="0"/>
              <a:t>SYSTEM OF RECORD</a:t>
            </a:r>
          </a:p>
        </p:txBody>
      </p:sp>
      <p:sp>
        <p:nvSpPr>
          <p:cNvPr id="6" name="Rectangle: Rounded Corners 5">
            <a:extLst>
              <a:ext uri="{FF2B5EF4-FFF2-40B4-BE49-F238E27FC236}">
                <a16:creationId xmlns:a16="http://schemas.microsoft.com/office/drawing/2014/main" id="{EF7A3950-FDFA-38B3-DE01-BCDDA824B765}"/>
              </a:ext>
            </a:extLst>
          </p:cNvPr>
          <p:cNvSpPr/>
          <p:nvPr/>
        </p:nvSpPr>
        <p:spPr>
          <a:xfrm>
            <a:off x="2999321" y="5613406"/>
            <a:ext cx="3750734" cy="465668"/>
          </a:xfrm>
          <a:prstGeom prst="roundRect">
            <a:avLst/>
          </a:prstGeom>
          <a:solidFill>
            <a:schemeClr val="accent4">
              <a:lumMod val="75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AU" sz="1000" dirty="0"/>
              <a:t>STORAGE</a:t>
            </a:r>
          </a:p>
        </p:txBody>
      </p:sp>
      <p:sp>
        <p:nvSpPr>
          <p:cNvPr id="8" name="Rectangle: Rounded Corners 7">
            <a:extLst>
              <a:ext uri="{FF2B5EF4-FFF2-40B4-BE49-F238E27FC236}">
                <a16:creationId xmlns:a16="http://schemas.microsoft.com/office/drawing/2014/main" id="{2C91E6F9-3592-6C79-C583-FF086FA087EE}"/>
              </a:ext>
            </a:extLst>
          </p:cNvPr>
          <p:cNvSpPr/>
          <p:nvPr/>
        </p:nvSpPr>
        <p:spPr>
          <a:xfrm>
            <a:off x="2999321" y="4919143"/>
            <a:ext cx="3750734" cy="465668"/>
          </a:xfrm>
          <a:prstGeom prst="roundRect">
            <a:avLst/>
          </a:prstGeom>
          <a:solidFill>
            <a:schemeClr val="accent4">
              <a:lumMod val="75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AU" sz="1000" dirty="0"/>
              <a:t>COMPUTE</a:t>
            </a:r>
          </a:p>
        </p:txBody>
      </p:sp>
      <p:sp>
        <p:nvSpPr>
          <p:cNvPr id="10" name="Rectangle: Rounded Corners 9">
            <a:extLst>
              <a:ext uri="{FF2B5EF4-FFF2-40B4-BE49-F238E27FC236}">
                <a16:creationId xmlns:a16="http://schemas.microsoft.com/office/drawing/2014/main" id="{2013D71D-F886-4A30-3D37-10568ABF933A}"/>
              </a:ext>
            </a:extLst>
          </p:cNvPr>
          <p:cNvSpPr/>
          <p:nvPr/>
        </p:nvSpPr>
        <p:spPr>
          <a:xfrm>
            <a:off x="2669119" y="2327114"/>
            <a:ext cx="4385735" cy="1559095"/>
          </a:xfrm>
          <a:prstGeom prst="roundRect">
            <a:avLst/>
          </a:prstGeom>
        </p:spPr>
        <p:style>
          <a:lnRef idx="1">
            <a:schemeClr val="accent4"/>
          </a:lnRef>
          <a:fillRef idx="2">
            <a:schemeClr val="accent4"/>
          </a:fillRef>
          <a:effectRef idx="1">
            <a:schemeClr val="accent4"/>
          </a:effectRef>
          <a:fontRef idx="minor">
            <a:schemeClr val="dk1"/>
          </a:fontRef>
        </p:style>
        <p:txBody>
          <a:bodyPr rtlCol="0" anchor="t"/>
          <a:lstStyle/>
          <a:p>
            <a:pPr algn="ctr"/>
            <a:r>
              <a:rPr lang="en-AU" sz="1000" dirty="0"/>
              <a:t>COULD BE A SINGLE PLATFORM</a:t>
            </a:r>
          </a:p>
        </p:txBody>
      </p:sp>
      <p:sp>
        <p:nvSpPr>
          <p:cNvPr id="13" name="Arrow: Up-Down 12">
            <a:extLst>
              <a:ext uri="{FF2B5EF4-FFF2-40B4-BE49-F238E27FC236}">
                <a16:creationId xmlns:a16="http://schemas.microsoft.com/office/drawing/2014/main" id="{385130F6-1B23-F40A-FFCC-DEEB5B9ECE61}"/>
              </a:ext>
            </a:extLst>
          </p:cNvPr>
          <p:cNvSpPr/>
          <p:nvPr/>
        </p:nvSpPr>
        <p:spPr>
          <a:xfrm>
            <a:off x="4828121" y="5393278"/>
            <a:ext cx="127000" cy="211661"/>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Arrow: Up-Down 14">
            <a:extLst>
              <a:ext uri="{FF2B5EF4-FFF2-40B4-BE49-F238E27FC236}">
                <a16:creationId xmlns:a16="http://schemas.microsoft.com/office/drawing/2014/main" id="{9F0A1982-4035-E9E1-15BB-A0E6033AAFCB}"/>
              </a:ext>
            </a:extLst>
          </p:cNvPr>
          <p:cNvSpPr/>
          <p:nvPr/>
        </p:nvSpPr>
        <p:spPr>
          <a:xfrm>
            <a:off x="4798485" y="3903135"/>
            <a:ext cx="156635" cy="575741"/>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Arrow: Up-Down 16">
            <a:extLst>
              <a:ext uri="{FF2B5EF4-FFF2-40B4-BE49-F238E27FC236}">
                <a16:creationId xmlns:a16="http://schemas.microsoft.com/office/drawing/2014/main" id="{4D496DC9-1B7D-7D53-8365-6536023247A8}"/>
              </a:ext>
            </a:extLst>
          </p:cNvPr>
          <p:cNvSpPr/>
          <p:nvPr/>
        </p:nvSpPr>
        <p:spPr>
          <a:xfrm rot="16200000">
            <a:off x="1848905" y="5538263"/>
            <a:ext cx="198970" cy="65828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Flowchart: Multidocument 17">
            <a:extLst>
              <a:ext uri="{FF2B5EF4-FFF2-40B4-BE49-F238E27FC236}">
                <a16:creationId xmlns:a16="http://schemas.microsoft.com/office/drawing/2014/main" id="{7CCDD653-729F-DC86-83F6-E252DA06C5CB}"/>
              </a:ext>
            </a:extLst>
          </p:cNvPr>
          <p:cNvSpPr/>
          <p:nvPr/>
        </p:nvSpPr>
        <p:spPr>
          <a:xfrm>
            <a:off x="5412323" y="5731939"/>
            <a:ext cx="448734" cy="234953"/>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Cylinder 18">
            <a:extLst>
              <a:ext uri="{FF2B5EF4-FFF2-40B4-BE49-F238E27FC236}">
                <a16:creationId xmlns:a16="http://schemas.microsoft.com/office/drawing/2014/main" id="{B9DD2AA9-E76B-F05B-AA19-1CA6F98E0061}"/>
              </a:ext>
            </a:extLst>
          </p:cNvPr>
          <p:cNvSpPr/>
          <p:nvPr/>
        </p:nvSpPr>
        <p:spPr>
          <a:xfrm>
            <a:off x="6123522" y="5731939"/>
            <a:ext cx="448734" cy="234953"/>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Rectangle: Rounded Corners 21">
            <a:extLst>
              <a:ext uri="{FF2B5EF4-FFF2-40B4-BE49-F238E27FC236}">
                <a16:creationId xmlns:a16="http://schemas.microsoft.com/office/drawing/2014/main" id="{4038162F-040A-80AD-9D30-45D3A0477D26}"/>
              </a:ext>
            </a:extLst>
          </p:cNvPr>
          <p:cNvSpPr/>
          <p:nvPr/>
        </p:nvSpPr>
        <p:spPr>
          <a:xfrm>
            <a:off x="4032253" y="3272369"/>
            <a:ext cx="1591735" cy="402171"/>
          </a:xfrm>
          <a:prstGeom prst="roundRect">
            <a:avLst/>
          </a:prstGeom>
          <a:solidFill>
            <a:schemeClr val="accent4">
              <a:lumMod val="75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AU" sz="1000" dirty="0"/>
              <a:t>AGENTIC PLATFORM</a:t>
            </a:r>
          </a:p>
        </p:txBody>
      </p:sp>
      <p:sp>
        <p:nvSpPr>
          <p:cNvPr id="29" name="Rectangle: Rounded Corners 28">
            <a:extLst>
              <a:ext uri="{FF2B5EF4-FFF2-40B4-BE49-F238E27FC236}">
                <a16:creationId xmlns:a16="http://schemas.microsoft.com/office/drawing/2014/main" id="{4C6713E0-DBDE-8794-4FDC-EA25F3703EC6}"/>
              </a:ext>
            </a:extLst>
          </p:cNvPr>
          <p:cNvSpPr/>
          <p:nvPr/>
        </p:nvSpPr>
        <p:spPr>
          <a:xfrm>
            <a:off x="3348571" y="2712511"/>
            <a:ext cx="3086100" cy="430569"/>
          </a:xfrm>
          <a:prstGeom prst="roundRect">
            <a:avLst/>
          </a:prstGeom>
          <a:solidFill>
            <a:schemeClr val="accent4">
              <a:lumMod val="75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AU" sz="1000" dirty="0"/>
              <a:t>AI/ML / GENAI PLATFORM</a:t>
            </a:r>
          </a:p>
        </p:txBody>
      </p:sp>
      <p:sp>
        <p:nvSpPr>
          <p:cNvPr id="30" name="Rectangle: Folded Corner 29">
            <a:extLst>
              <a:ext uri="{FF2B5EF4-FFF2-40B4-BE49-F238E27FC236}">
                <a16:creationId xmlns:a16="http://schemas.microsoft.com/office/drawing/2014/main" id="{9C289466-170C-7177-1024-BE1B1D6CDA6A}"/>
              </a:ext>
            </a:extLst>
          </p:cNvPr>
          <p:cNvSpPr/>
          <p:nvPr/>
        </p:nvSpPr>
        <p:spPr>
          <a:xfrm>
            <a:off x="8272874" y="5731939"/>
            <a:ext cx="3636432" cy="243416"/>
          </a:xfrm>
          <a:prstGeom prst="foldedCorner">
            <a:avLst/>
          </a:prstGeom>
        </p:spPr>
        <p:style>
          <a:lnRef idx="1">
            <a:schemeClr val="accent4"/>
          </a:lnRef>
          <a:fillRef idx="2">
            <a:schemeClr val="accent4"/>
          </a:fillRef>
          <a:effectRef idx="1">
            <a:schemeClr val="accent4"/>
          </a:effectRef>
          <a:fontRef idx="minor">
            <a:schemeClr val="dk1"/>
          </a:fontRef>
        </p:style>
        <p:txBody>
          <a:bodyPr rtlCol="0" anchor="t"/>
          <a:lstStyle/>
          <a:p>
            <a:pPr algn="ctr"/>
            <a:r>
              <a:rPr lang="en-AU" sz="1000" dirty="0">
                <a:solidFill>
                  <a:schemeClr val="dk1"/>
                </a:solidFill>
              </a:rPr>
              <a:t>FILE STORAGE, DATABASE, GRAPH DB, VECTOR STORE etc</a:t>
            </a:r>
          </a:p>
        </p:txBody>
      </p:sp>
      <p:sp>
        <p:nvSpPr>
          <p:cNvPr id="33" name="Arrow: Striped Right 32">
            <a:extLst>
              <a:ext uri="{FF2B5EF4-FFF2-40B4-BE49-F238E27FC236}">
                <a16:creationId xmlns:a16="http://schemas.microsoft.com/office/drawing/2014/main" id="{AD96D929-78AF-224F-7582-70A126C37654}"/>
              </a:ext>
            </a:extLst>
          </p:cNvPr>
          <p:cNvSpPr/>
          <p:nvPr/>
        </p:nvSpPr>
        <p:spPr>
          <a:xfrm>
            <a:off x="7657980" y="5628219"/>
            <a:ext cx="431800" cy="442380"/>
          </a:xfrm>
          <a:prstGeom prst="striped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AU"/>
          </a:p>
        </p:txBody>
      </p:sp>
      <p:pic>
        <p:nvPicPr>
          <p:cNvPr id="35" name="Graphic 34" descr="User network with solid fill">
            <a:extLst>
              <a:ext uri="{FF2B5EF4-FFF2-40B4-BE49-F238E27FC236}">
                <a16:creationId xmlns:a16="http://schemas.microsoft.com/office/drawing/2014/main" id="{81A2AFE5-263D-B607-34CA-97569EE47F4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246971" y="5613406"/>
            <a:ext cx="448734" cy="448734"/>
          </a:xfrm>
          <a:prstGeom prst="rect">
            <a:avLst/>
          </a:prstGeom>
        </p:spPr>
      </p:pic>
      <p:pic>
        <p:nvPicPr>
          <p:cNvPr id="37" name="Graphic 36" descr="Users outline">
            <a:extLst>
              <a:ext uri="{FF2B5EF4-FFF2-40B4-BE49-F238E27FC236}">
                <a16:creationId xmlns:a16="http://schemas.microsoft.com/office/drawing/2014/main" id="{2D9AC5A0-28DC-6555-3744-6288EEBFF4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60757" y="1046517"/>
            <a:ext cx="730253" cy="730253"/>
          </a:xfrm>
          <a:prstGeom prst="rect">
            <a:avLst/>
          </a:prstGeom>
        </p:spPr>
      </p:pic>
      <p:sp>
        <p:nvSpPr>
          <p:cNvPr id="39" name="Rectangle: Folded Corner 38">
            <a:extLst>
              <a:ext uri="{FF2B5EF4-FFF2-40B4-BE49-F238E27FC236}">
                <a16:creationId xmlns:a16="http://schemas.microsoft.com/office/drawing/2014/main" id="{16E90DFF-7B3B-E713-1954-2850FD556672}"/>
              </a:ext>
            </a:extLst>
          </p:cNvPr>
          <p:cNvSpPr/>
          <p:nvPr/>
        </p:nvSpPr>
        <p:spPr>
          <a:xfrm>
            <a:off x="8164925" y="1240374"/>
            <a:ext cx="3744381" cy="442380"/>
          </a:xfrm>
          <a:prstGeom prst="foldedCorner">
            <a:avLst/>
          </a:prstGeom>
        </p:spPr>
        <p:style>
          <a:lnRef idx="1">
            <a:schemeClr val="accent4"/>
          </a:lnRef>
          <a:fillRef idx="2">
            <a:schemeClr val="accent4"/>
          </a:fillRef>
          <a:effectRef idx="1">
            <a:schemeClr val="accent4"/>
          </a:effectRef>
          <a:fontRef idx="minor">
            <a:schemeClr val="dk1"/>
          </a:fontRef>
        </p:style>
        <p:txBody>
          <a:bodyPr rtlCol="0" anchor="t"/>
          <a:lstStyle/>
          <a:p>
            <a:pPr algn="ctr"/>
            <a:r>
              <a:rPr lang="en-AU" sz="1000" dirty="0">
                <a:solidFill>
                  <a:schemeClr val="dk1"/>
                </a:solidFill>
              </a:rPr>
              <a:t>PERSONAs</a:t>
            </a:r>
            <a:br>
              <a:rPr lang="en-AU" sz="1000" dirty="0">
                <a:solidFill>
                  <a:schemeClr val="dk1"/>
                </a:solidFill>
              </a:rPr>
            </a:br>
            <a:r>
              <a:rPr lang="en-AU" sz="1000" dirty="0">
                <a:solidFill>
                  <a:schemeClr val="dk1"/>
                </a:solidFill>
              </a:rPr>
              <a:t>DATA SCIENTIST, BUSINESS USER etc</a:t>
            </a:r>
          </a:p>
        </p:txBody>
      </p:sp>
      <p:sp>
        <p:nvSpPr>
          <p:cNvPr id="41" name="Arrow: Striped Right 40">
            <a:extLst>
              <a:ext uri="{FF2B5EF4-FFF2-40B4-BE49-F238E27FC236}">
                <a16:creationId xmlns:a16="http://schemas.microsoft.com/office/drawing/2014/main" id="{2A87F7BF-EC92-371B-EC39-3DC5C2BE1E9A}"/>
              </a:ext>
            </a:extLst>
          </p:cNvPr>
          <p:cNvSpPr/>
          <p:nvPr/>
        </p:nvSpPr>
        <p:spPr>
          <a:xfrm>
            <a:off x="7550032" y="1253072"/>
            <a:ext cx="431800" cy="442380"/>
          </a:xfrm>
          <a:prstGeom prst="striped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AU"/>
          </a:p>
        </p:txBody>
      </p:sp>
      <p:pic>
        <p:nvPicPr>
          <p:cNvPr id="43" name="Graphic 42" descr="Users outline">
            <a:extLst>
              <a:ext uri="{FF2B5EF4-FFF2-40B4-BE49-F238E27FC236}">
                <a16:creationId xmlns:a16="http://schemas.microsoft.com/office/drawing/2014/main" id="{20C84D19-8B28-164A-2233-84F33AC035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91013" y="1046517"/>
            <a:ext cx="730253" cy="730253"/>
          </a:xfrm>
          <a:prstGeom prst="rect">
            <a:avLst/>
          </a:prstGeom>
        </p:spPr>
      </p:pic>
      <p:sp>
        <p:nvSpPr>
          <p:cNvPr id="45" name="Arrow: Up-Down 44">
            <a:extLst>
              <a:ext uri="{FF2B5EF4-FFF2-40B4-BE49-F238E27FC236}">
                <a16:creationId xmlns:a16="http://schemas.microsoft.com/office/drawing/2014/main" id="{ACE00517-90D0-A415-E9CB-BC929F248A30}"/>
              </a:ext>
            </a:extLst>
          </p:cNvPr>
          <p:cNvSpPr/>
          <p:nvPr/>
        </p:nvSpPr>
        <p:spPr>
          <a:xfrm rot="16200000">
            <a:off x="1840439" y="2676522"/>
            <a:ext cx="198970" cy="65828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9" name="TextBox 48">
            <a:extLst>
              <a:ext uri="{FF2B5EF4-FFF2-40B4-BE49-F238E27FC236}">
                <a16:creationId xmlns:a16="http://schemas.microsoft.com/office/drawing/2014/main" id="{1320EBC5-1DA9-1CC0-EFC2-20D79353CE21}"/>
              </a:ext>
            </a:extLst>
          </p:cNvPr>
          <p:cNvSpPr txBox="1"/>
          <p:nvPr/>
        </p:nvSpPr>
        <p:spPr>
          <a:xfrm>
            <a:off x="1602316" y="3782487"/>
            <a:ext cx="862547" cy="784830"/>
          </a:xfrm>
          <a:prstGeom prst="rect">
            <a:avLst/>
          </a:prstGeom>
          <a:noFill/>
        </p:spPr>
        <p:txBody>
          <a:bodyPr wrap="square">
            <a:spAutoFit/>
          </a:bodyPr>
          <a:lstStyle/>
          <a:p>
            <a:r>
              <a:rPr lang="en-AU" sz="900" b="1" i="1" dirty="0"/>
              <a:t>BATCH</a:t>
            </a:r>
          </a:p>
          <a:p>
            <a:r>
              <a:rPr lang="en-AU" sz="900" b="1" i="1" dirty="0"/>
              <a:t>OR</a:t>
            </a:r>
          </a:p>
          <a:p>
            <a:r>
              <a:rPr lang="en-AU" sz="900" b="1" i="1" dirty="0"/>
              <a:t>NEAR RT</a:t>
            </a:r>
          </a:p>
          <a:p>
            <a:r>
              <a:rPr lang="en-AU" sz="900" b="1" i="1" dirty="0"/>
              <a:t>OR</a:t>
            </a:r>
          </a:p>
          <a:p>
            <a:r>
              <a:rPr lang="en-AU" sz="900" b="1" i="1" dirty="0"/>
              <a:t>RT</a:t>
            </a:r>
            <a:endParaRPr lang="en-AU" sz="900" i="1" dirty="0"/>
          </a:p>
        </p:txBody>
      </p:sp>
      <p:sp>
        <p:nvSpPr>
          <p:cNvPr id="51" name="Rectangle: Folded Corner 50">
            <a:extLst>
              <a:ext uri="{FF2B5EF4-FFF2-40B4-BE49-F238E27FC236}">
                <a16:creationId xmlns:a16="http://schemas.microsoft.com/office/drawing/2014/main" id="{7AA8F2F6-C2B8-14A1-93D7-744CAC5CD779}"/>
              </a:ext>
            </a:extLst>
          </p:cNvPr>
          <p:cNvSpPr/>
          <p:nvPr/>
        </p:nvSpPr>
        <p:spPr>
          <a:xfrm>
            <a:off x="8206204" y="2927351"/>
            <a:ext cx="3744381" cy="243417"/>
          </a:xfrm>
          <a:prstGeom prst="foldedCorner">
            <a:avLst/>
          </a:prstGeom>
        </p:spPr>
        <p:style>
          <a:lnRef idx="1">
            <a:schemeClr val="accent4"/>
          </a:lnRef>
          <a:fillRef idx="2">
            <a:schemeClr val="accent4"/>
          </a:fillRef>
          <a:effectRef idx="1">
            <a:schemeClr val="accent4"/>
          </a:effectRef>
          <a:fontRef idx="minor">
            <a:schemeClr val="dk1"/>
          </a:fontRef>
        </p:style>
        <p:txBody>
          <a:bodyPr rtlCol="0" anchor="t"/>
          <a:lstStyle/>
          <a:p>
            <a:pPr algn="ctr"/>
            <a:r>
              <a:rPr lang="en-AU" sz="1000" dirty="0">
                <a:solidFill>
                  <a:schemeClr val="dk1"/>
                </a:solidFill>
              </a:rPr>
              <a:t>IDE, INFERENCE </a:t>
            </a:r>
            <a:r>
              <a:rPr lang="en-AU" sz="1000" dirty="0">
                <a:solidFill>
                  <a:schemeClr val="dk1"/>
                </a:solidFill>
                <a:sym typeface="Wingdings" panose="05000000000000000000" pitchFamily="2" charset="2"/>
              </a:rPr>
              <a:t> BATCH, REALTIME</a:t>
            </a:r>
            <a:endParaRPr lang="en-AU" sz="1000" dirty="0">
              <a:solidFill>
                <a:schemeClr val="dk1"/>
              </a:solidFill>
            </a:endParaRPr>
          </a:p>
        </p:txBody>
      </p:sp>
      <p:sp>
        <p:nvSpPr>
          <p:cNvPr id="53" name="Arrow: Striped Right 52">
            <a:extLst>
              <a:ext uri="{FF2B5EF4-FFF2-40B4-BE49-F238E27FC236}">
                <a16:creationId xmlns:a16="http://schemas.microsoft.com/office/drawing/2014/main" id="{9792B2CF-712B-288F-82C6-EF1DB896227A}"/>
              </a:ext>
            </a:extLst>
          </p:cNvPr>
          <p:cNvSpPr/>
          <p:nvPr/>
        </p:nvSpPr>
        <p:spPr>
          <a:xfrm>
            <a:off x="7591311" y="2842687"/>
            <a:ext cx="431800" cy="442380"/>
          </a:xfrm>
          <a:prstGeom prst="striped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AU"/>
          </a:p>
        </p:txBody>
      </p:sp>
      <p:pic>
        <p:nvPicPr>
          <p:cNvPr id="7" name="Graphic 6" descr="Server with solid fill">
            <a:extLst>
              <a:ext uri="{FF2B5EF4-FFF2-40B4-BE49-F238E27FC236}">
                <a16:creationId xmlns:a16="http://schemas.microsoft.com/office/drawing/2014/main" id="{A6CCB27F-32A9-E0E4-AABE-3D986FDD2A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4809" y="2029074"/>
            <a:ext cx="863179" cy="863179"/>
          </a:xfrm>
          <a:prstGeom prst="rect">
            <a:avLst/>
          </a:prstGeom>
        </p:spPr>
      </p:pic>
      <p:pic>
        <p:nvPicPr>
          <p:cNvPr id="9" name="Graphic 8" descr="Cloud with solid fill">
            <a:extLst>
              <a:ext uri="{FF2B5EF4-FFF2-40B4-BE49-F238E27FC236}">
                <a16:creationId xmlns:a16="http://schemas.microsoft.com/office/drawing/2014/main" id="{FBD5B38E-D7F3-FA51-00AE-0EFD831503E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18898" y="1932219"/>
            <a:ext cx="447718" cy="447718"/>
          </a:xfrm>
          <a:prstGeom prst="rect">
            <a:avLst/>
          </a:prstGeom>
        </p:spPr>
      </p:pic>
      <p:pic>
        <p:nvPicPr>
          <p:cNvPr id="14" name="Graphic 13" descr="Kiosk with solid fill">
            <a:extLst>
              <a:ext uri="{FF2B5EF4-FFF2-40B4-BE49-F238E27FC236}">
                <a16:creationId xmlns:a16="http://schemas.microsoft.com/office/drawing/2014/main" id="{6557266B-330C-5E61-F954-2C763C539AA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25814" y="1581357"/>
            <a:ext cx="447718" cy="447718"/>
          </a:xfrm>
          <a:prstGeom prst="rect">
            <a:avLst/>
          </a:prstGeom>
        </p:spPr>
      </p:pic>
      <p:sp>
        <p:nvSpPr>
          <p:cNvPr id="20" name="TextBox 19">
            <a:extLst>
              <a:ext uri="{FF2B5EF4-FFF2-40B4-BE49-F238E27FC236}">
                <a16:creationId xmlns:a16="http://schemas.microsoft.com/office/drawing/2014/main" id="{A5033783-0664-59E8-7677-FC3FEDD99A87}"/>
              </a:ext>
            </a:extLst>
          </p:cNvPr>
          <p:cNvSpPr txBox="1"/>
          <p:nvPr/>
        </p:nvSpPr>
        <p:spPr>
          <a:xfrm>
            <a:off x="1532552" y="2046494"/>
            <a:ext cx="862547" cy="230832"/>
          </a:xfrm>
          <a:prstGeom prst="rect">
            <a:avLst/>
          </a:prstGeom>
          <a:noFill/>
        </p:spPr>
        <p:txBody>
          <a:bodyPr wrap="square">
            <a:spAutoFit/>
          </a:bodyPr>
          <a:lstStyle/>
          <a:p>
            <a:r>
              <a:rPr lang="en-AU" sz="900" b="1" i="1" dirty="0"/>
              <a:t>Cloud native</a:t>
            </a:r>
            <a:endParaRPr lang="en-AU" sz="900" i="1" dirty="0"/>
          </a:p>
        </p:txBody>
      </p:sp>
      <p:sp>
        <p:nvSpPr>
          <p:cNvPr id="23" name="TextBox 22">
            <a:extLst>
              <a:ext uri="{FF2B5EF4-FFF2-40B4-BE49-F238E27FC236}">
                <a16:creationId xmlns:a16="http://schemas.microsoft.com/office/drawing/2014/main" id="{98BBAD2F-9236-7F50-F3E3-32DEFA53B1AA}"/>
              </a:ext>
            </a:extLst>
          </p:cNvPr>
          <p:cNvSpPr txBox="1"/>
          <p:nvPr/>
        </p:nvSpPr>
        <p:spPr>
          <a:xfrm>
            <a:off x="1916750" y="1648598"/>
            <a:ext cx="1059285" cy="230832"/>
          </a:xfrm>
          <a:prstGeom prst="rect">
            <a:avLst/>
          </a:prstGeom>
          <a:noFill/>
        </p:spPr>
        <p:txBody>
          <a:bodyPr wrap="square">
            <a:spAutoFit/>
          </a:bodyPr>
          <a:lstStyle/>
          <a:p>
            <a:r>
              <a:rPr lang="en-AU" sz="900" b="1" i="1" dirty="0"/>
              <a:t>Vendor solution</a:t>
            </a:r>
            <a:endParaRPr lang="en-AU" sz="900" i="1" dirty="0"/>
          </a:p>
        </p:txBody>
      </p:sp>
      <p:pic>
        <p:nvPicPr>
          <p:cNvPr id="25" name="Graphic 24" descr="Blueprint with solid fill">
            <a:extLst>
              <a:ext uri="{FF2B5EF4-FFF2-40B4-BE49-F238E27FC236}">
                <a16:creationId xmlns:a16="http://schemas.microsoft.com/office/drawing/2014/main" id="{E674539D-3710-6073-1F2B-DC9C2385A83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57083" y="1504736"/>
            <a:ext cx="447718" cy="447718"/>
          </a:xfrm>
          <a:prstGeom prst="rect">
            <a:avLst/>
          </a:prstGeom>
        </p:spPr>
      </p:pic>
      <p:sp>
        <p:nvSpPr>
          <p:cNvPr id="27" name="TextBox 26">
            <a:extLst>
              <a:ext uri="{FF2B5EF4-FFF2-40B4-BE49-F238E27FC236}">
                <a16:creationId xmlns:a16="http://schemas.microsoft.com/office/drawing/2014/main" id="{55371350-B13E-0590-BA1F-6F9AA726A2CD}"/>
              </a:ext>
            </a:extLst>
          </p:cNvPr>
          <p:cNvSpPr txBox="1"/>
          <p:nvPr/>
        </p:nvSpPr>
        <p:spPr>
          <a:xfrm>
            <a:off x="3178463" y="1212025"/>
            <a:ext cx="1513230" cy="369332"/>
          </a:xfrm>
          <a:prstGeom prst="rect">
            <a:avLst/>
          </a:prstGeom>
          <a:noFill/>
        </p:spPr>
        <p:txBody>
          <a:bodyPr wrap="square">
            <a:spAutoFit/>
          </a:bodyPr>
          <a:lstStyle/>
          <a:p>
            <a:r>
              <a:rPr lang="en-AU" sz="900" b="1" i="1" dirty="0"/>
              <a:t>Greenfield – Engineered</a:t>
            </a:r>
            <a:br>
              <a:rPr lang="en-AU" sz="900" b="1" i="1" dirty="0"/>
            </a:br>
            <a:r>
              <a:rPr lang="en-AU" sz="900" b="1" i="1" dirty="0"/>
              <a:t> by Choice</a:t>
            </a:r>
            <a:endParaRPr lang="en-AU" sz="900" i="1" dirty="0"/>
          </a:p>
        </p:txBody>
      </p:sp>
    </p:spTree>
    <p:extLst>
      <p:ext uri="{BB962C8B-B14F-4D97-AF65-F5344CB8AC3E}">
        <p14:creationId xmlns:p14="http://schemas.microsoft.com/office/powerpoint/2010/main" val="331132025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7.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8.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9.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0.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1.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2.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3.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64</TotalTime>
  <Words>4827</Words>
  <Application>Microsoft Office PowerPoint</Application>
  <PresentationFormat>Widescreen</PresentationFormat>
  <Paragraphs>455</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-apple-system</vt:lpstr>
      <vt:lpstr>Aptos</vt:lpstr>
      <vt:lpstr>Aptos (Body)</vt:lpstr>
      <vt:lpstr>Aptos Display</vt:lpstr>
      <vt:lpstr>Arial</vt:lpstr>
      <vt:lpstr>Calibri</vt:lpstr>
      <vt:lpstr>Roboto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Ashish Chopra</cp:lastModifiedBy>
  <cp:revision>2</cp:revision>
  <dcterms:created xsi:type="dcterms:W3CDTF">2013-01-27T09:14:16Z</dcterms:created>
  <dcterms:modified xsi:type="dcterms:W3CDTF">2026-10-08T01:31:48Z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555cfae-cb2a-4680-b088-01ee30167f3b_Enabled">
    <vt:lpwstr>true</vt:lpwstr>
  </property>
  <property fmtid="{D5CDD505-2E9C-101B-9397-08002B2CF9AE}" pid="3" name="MSIP_Label_6555cfae-cb2a-4680-b088-01ee30167f3b_SetDate">
    <vt:lpwstr>2026-06-07T03:39:29Z</vt:lpwstr>
  </property>
  <property fmtid="{D5CDD505-2E9C-101B-9397-08002B2CF9AE}" pid="4" name="MSIP_Label_6555cfae-cb2a-4680-b088-01ee30167f3b_Method">
    <vt:lpwstr>Privileged</vt:lpwstr>
  </property>
  <property fmtid="{D5CDD505-2E9C-101B-9397-08002B2CF9AE}" pid="5" name="MSIP_Label_6555cfae-cb2a-4680-b088-01ee30167f3b_Name">
    <vt:lpwstr>General Business</vt:lpwstr>
  </property>
  <property fmtid="{D5CDD505-2E9C-101B-9397-08002B2CF9AE}" pid="6" name="MSIP_Label_6555cfae-cb2a-4680-b088-01ee30167f3b_SiteId">
    <vt:lpwstr>57c64fd4-66ca-49f5-ab38-2e67ef58e724</vt:lpwstr>
  </property>
  <property fmtid="{D5CDD505-2E9C-101B-9397-08002B2CF9AE}" pid="7" name="MSIP_Label_6555cfae-cb2a-4680-b088-01ee30167f3b_ActionId">
    <vt:lpwstr>18129918-4301-4a28-8a40-3c58cf573381</vt:lpwstr>
  </property>
  <property fmtid="{D5CDD505-2E9C-101B-9397-08002B2CF9AE}" pid="8" name="MSIP_Label_6555cfae-cb2a-4680-b088-01ee30167f3b_ContentBits">
    <vt:lpwstr>0</vt:lpwstr>
  </property>
  <property fmtid="{D5CDD505-2E9C-101B-9397-08002B2CF9AE}" pid="9" name="MSIP_Label_6555cfae-cb2a-4680-b088-01ee30167f3b_Tag">
    <vt:lpwstr>10, 0, 1, 1</vt:lpwstr>
  </property>
</Properties>
</file>