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5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2"/>
  </p:notesMasterIdLst>
  <p:sldIdLst>
    <p:sldId id="256" r:id="rId2"/>
    <p:sldId id="303" r:id="rId3"/>
    <p:sldId id="299" r:id="rId4"/>
    <p:sldId id="300" r:id="rId5"/>
    <p:sldId id="301" r:id="rId6"/>
    <p:sldId id="302" r:id="rId7"/>
    <p:sldId id="305" r:id="rId8"/>
    <p:sldId id="306" r:id="rId9"/>
    <p:sldId id="307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43066-FEF4-4DDC-9AE6-7093D44EE7E7}" v="65" dt="2026-07-10T06:33:16.500"/>
    <p1510:client id="{B8742529-D5D3-400D-BF7D-9217F4328434}" v="130" dt="2026-07-09T07:56:36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sh Chopra" userId="73b777bb-d56d-4042-ab11-fa04ce11e99f" providerId="ADAL" clId="{375ACA70-C26F-4825-A925-AA60B44A12C0}"/>
    <pc:docChg chg="undo redo custSel addSld delSld modSld sldOrd delMainMaster">
      <pc:chgData name="Ashish Chopra" userId="73b777bb-d56d-4042-ab11-fa04ce11e99f" providerId="ADAL" clId="{375ACA70-C26F-4825-A925-AA60B44A12C0}" dt="2026-07-10T06:33:25.332" v="35373" actId="20577"/>
      <pc:docMkLst>
        <pc:docMk/>
      </pc:docMkLst>
      <pc:sldChg chg="addSp delSp modSp add del mod setBg chgLayout">
        <pc:chgData name="Ashish Chopra" userId="73b777bb-d56d-4042-ab11-fa04ce11e99f" providerId="ADAL" clId="{375ACA70-C26F-4825-A925-AA60B44A12C0}" dt="2026-07-09T22:52:07.047" v="34140" actId="1076"/>
        <pc:sldMkLst>
          <pc:docMk/>
          <pc:sldMk cId="0" sldId="256"/>
        </pc:sldMkLst>
        <pc:spChg chg="del mod">
          <ac:chgData name="Ashish Chopra" userId="73b777bb-d56d-4042-ab11-fa04ce11e99f" providerId="ADAL" clId="{375ACA70-C26F-4825-A925-AA60B44A12C0}" dt="2026-07-09T07:04:40.603" v="32108" actId="103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Ashish Chopra" userId="73b777bb-d56d-4042-ab11-fa04ce11e99f" providerId="ADAL" clId="{375ACA70-C26F-4825-A925-AA60B44A12C0}" dt="2026-07-09T06:25:11.281" v="31731" actId="478"/>
          <ac:spMkLst>
            <pc:docMk/>
            <pc:sldMk cId="0" sldId="256"/>
            <ac:spMk id="4" creationId="{13261B64-EC20-20C1-9151-58ABBBDFF370}"/>
          </ac:spMkLst>
        </pc:spChg>
        <pc:spChg chg="mod">
          <ac:chgData name="Ashish Chopra" userId="73b777bb-d56d-4042-ab11-fa04ce11e99f" providerId="ADAL" clId="{375ACA70-C26F-4825-A925-AA60B44A12C0}" dt="2026-07-09T06:25:08.140" v="31730" actId="14100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Ashish Chopra" userId="73b777bb-d56d-4042-ab11-fa04ce11e99f" providerId="ADAL" clId="{375ACA70-C26F-4825-A925-AA60B44A12C0}" dt="2026-07-09T22:52:04.608" v="34139" actId="1076"/>
          <ac:spMkLst>
            <pc:docMk/>
            <pc:sldMk cId="0" sldId="256"/>
            <ac:spMk id="6" creationId="{B92B44E7-4882-A3BA-63EA-36F9582271A9}"/>
          </ac:spMkLst>
        </pc:spChg>
        <pc:spChg chg="add mod">
          <ac:chgData name="Ashish Chopra" userId="73b777bb-d56d-4042-ab11-fa04ce11e99f" providerId="ADAL" clId="{375ACA70-C26F-4825-A925-AA60B44A12C0}" dt="2026-07-09T06:21:01.202" v="31657" actId="1076"/>
          <ac:spMkLst>
            <pc:docMk/>
            <pc:sldMk cId="0" sldId="256"/>
            <ac:spMk id="7" creationId="{0834A259-FFD3-B4E9-41CA-285A17D034AF}"/>
          </ac:spMkLst>
        </pc:spChg>
        <pc:picChg chg="add del mod">
          <ac:chgData name="Ashish Chopra" userId="73b777bb-d56d-4042-ab11-fa04ce11e99f" providerId="ADAL" clId="{375ACA70-C26F-4825-A925-AA60B44A12C0}" dt="2026-07-09T07:02:28.107" v="32090" actId="478"/>
          <ac:picMkLst>
            <pc:docMk/>
            <pc:sldMk cId="0" sldId="256"/>
            <ac:picMk id="4" creationId="{C72075E5-E5EB-BB98-56FA-77D64E435814}"/>
          </ac:picMkLst>
        </pc:picChg>
        <pc:picChg chg="add mod">
          <ac:chgData name="Ashish Chopra" userId="73b777bb-d56d-4042-ab11-fa04ce11e99f" providerId="ADAL" clId="{375ACA70-C26F-4825-A925-AA60B44A12C0}" dt="2026-07-09T22:52:07.047" v="34140" actId="1076"/>
          <ac:picMkLst>
            <pc:docMk/>
            <pc:sldMk cId="0" sldId="256"/>
            <ac:picMk id="8" creationId="{A9E188E0-E73F-7AA5-04EC-D27495EDFADE}"/>
          </ac:picMkLst>
        </pc:picChg>
      </pc:sldChg>
      <pc:sldChg chg="delSp modSp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0" sldId="267"/>
        </pc:sldMkLst>
      </pc:sldChg>
      <pc:sldChg chg="delSp modSp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4237444820" sldId="268"/>
        </pc:sldMkLst>
      </pc:sldChg>
      <pc:sldChg chg="addSp delSp modSp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3756374049" sldId="269"/>
        </pc:sldMkLst>
      </pc:sldChg>
      <pc:sldChg chg="addSp delSp modSp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3884354163" sldId="276"/>
        </pc:sldMkLst>
      </pc:sldChg>
      <pc:sldChg chg="addSp delSp modSp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2604069347" sldId="277"/>
        </pc:sldMkLst>
      </pc:sldChg>
      <pc:sldChg chg="addSp delSp modSp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2853644152" sldId="278"/>
        </pc:sldMkLst>
      </pc:sldChg>
      <pc:sldChg chg="addSp delSp modSp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998053434" sldId="285"/>
        </pc:sldMkLst>
      </pc:sldChg>
      <pc:sldChg chg="addSp delSp modSp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2059441895" sldId="286"/>
        </pc:sldMkLst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2272319928" sldId="288"/>
        </pc:sldMkLst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3712171052" sldId="289"/>
        </pc:sldMkLst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1060563035" sldId="290"/>
        </pc:sldMkLst>
      </pc:sldChg>
      <pc:sldChg chg="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1870282154" sldId="291"/>
        </pc:sldMkLst>
      </pc:sldChg>
      <pc:sldChg chg="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1338782695" sldId="292"/>
        </pc:sldMkLst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1758511745" sldId="293"/>
        </pc:sldMkLst>
      </pc:sldChg>
      <pc:sldChg chg="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1552303084" sldId="294"/>
        </pc:sldMkLst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210939854" sldId="295"/>
        </pc:sldMkLst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1797715510" sldId="296"/>
        </pc:sldMkLst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3071983158" sldId="297"/>
        </pc:sldMkLst>
      </pc:sldChg>
      <pc:sldChg chg="addSp delSp modSp add mod setBg">
        <pc:chgData name="Ashish Chopra" userId="73b777bb-d56d-4042-ab11-fa04ce11e99f" providerId="ADAL" clId="{375ACA70-C26F-4825-A925-AA60B44A12C0}" dt="2026-07-09T23:02:33.484" v="34304" actId="20577"/>
        <pc:sldMkLst>
          <pc:docMk/>
          <pc:sldMk cId="1828686536" sldId="299"/>
        </pc:sldMkLst>
        <pc:spChg chg="mod">
          <ac:chgData name="Ashish Chopra" userId="73b777bb-d56d-4042-ab11-fa04ce11e99f" providerId="ADAL" clId="{375ACA70-C26F-4825-A925-AA60B44A12C0}" dt="2026-07-09T23:02:33.484" v="34304" actId="20577"/>
          <ac:spMkLst>
            <pc:docMk/>
            <pc:sldMk cId="1828686536" sldId="299"/>
            <ac:spMk id="3" creationId="{7DD5C2C4-4801-6AE3-B5D7-D434834D6A2B}"/>
          </ac:spMkLst>
        </pc:spChg>
        <pc:spChg chg="mod">
          <ac:chgData name="Ashish Chopra" userId="73b777bb-d56d-4042-ab11-fa04ce11e99f" providerId="ADAL" clId="{375ACA70-C26F-4825-A925-AA60B44A12C0}" dt="2026-07-07T05:51:00.571" v="29762" actId="1035"/>
          <ac:spMkLst>
            <pc:docMk/>
            <pc:sldMk cId="1828686536" sldId="299"/>
            <ac:spMk id="5" creationId="{601A9C4B-98BD-BA3B-6C1D-4F617B4B0B2C}"/>
          </ac:spMkLst>
        </pc:spChg>
        <pc:spChg chg="add mod">
          <ac:chgData name="Ashish Chopra" userId="73b777bb-d56d-4042-ab11-fa04ce11e99f" providerId="ADAL" clId="{375ACA70-C26F-4825-A925-AA60B44A12C0}" dt="2026-07-09T22:37:08.916" v="33825" actId="12"/>
          <ac:spMkLst>
            <pc:docMk/>
            <pc:sldMk cId="1828686536" sldId="299"/>
            <ac:spMk id="7" creationId="{A31C9D92-0AD9-6320-7407-AFBF2265CEB6}"/>
          </ac:spMkLst>
        </pc:spChg>
        <pc:spChg chg="add del mod">
          <ac:chgData name="Ashish Chopra" userId="73b777bb-d56d-4042-ab11-fa04ce11e99f" providerId="ADAL" clId="{375ACA70-C26F-4825-A925-AA60B44A12C0}" dt="2026-07-09T02:22:57.107" v="29989" actId="478"/>
          <ac:spMkLst>
            <pc:docMk/>
            <pc:sldMk cId="1828686536" sldId="299"/>
            <ac:spMk id="9" creationId="{92488166-6780-159D-1902-32ED7F82D713}"/>
          </ac:spMkLst>
        </pc:spChg>
      </pc:sldChg>
      <pc:sldChg chg="modSp add mod">
        <pc:chgData name="Ashish Chopra" userId="73b777bb-d56d-4042-ab11-fa04ce11e99f" providerId="ADAL" clId="{375ACA70-C26F-4825-A925-AA60B44A12C0}" dt="2026-07-09T22:39:33.453" v="33911" actId="20577"/>
        <pc:sldMkLst>
          <pc:docMk/>
          <pc:sldMk cId="2305839443" sldId="300"/>
        </pc:sldMkLst>
        <pc:spChg chg="mod">
          <ac:chgData name="Ashish Chopra" userId="73b777bb-d56d-4042-ab11-fa04ce11e99f" providerId="ADAL" clId="{375ACA70-C26F-4825-A925-AA60B44A12C0}" dt="2026-07-09T22:37:43.209" v="33866" actId="20577"/>
          <ac:spMkLst>
            <pc:docMk/>
            <pc:sldMk cId="2305839443" sldId="300"/>
            <ac:spMk id="3" creationId="{A72616F6-07E1-4205-43D0-D97CFAB49B0E}"/>
          </ac:spMkLst>
        </pc:spChg>
        <pc:spChg chg="mod">
          <ac:chgData name="Ashish Chopra" userId="73b777bb-d56d-4042-ab11-fa04ce11e99f" providerId="ADAL" clId="{375ACA70-C26F-4825-A925-AA60B44A12C0}" dt="2026-07-09T22:37:50.644" v="33867" actId="14100"/>
          <ac:spMkLst>
            <pc:docMk/>
            <pc:sldMk cId="2305839443" sldId="300"/>
            <ac:spMk id="5" creationId="{26A5835F-6538-7690-127B-59FE58C681B1}"/>
          </ac:spMkLst>
        </pc:spChg>
        <pc:spChg chg="mod">
          <ac:chgData name="Ashish Chopra" userId="73b777bb-d56d-4042-ab11-fa04ce11e99f" providerId="ADAL" clId="{375ACA70-C26F-4825-A925-AA60B44A12C0}" dt="2026-07-09T22:39:33.453" v="33911" actId="20577"/>
          <ac:spMkLst>
            <pc:docMk/>
            <pc:sldMk cId="2305839443" sldId="300"/>
            <ac:spMk id="7" creationId="{F3470368-A13A-93F3-4121-4AF29EAD7D89}"/>
          </ac:spMkLst>
        </pc:spChg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4038490149" sldId="300"/>
        </pc:sldMkLst>
      </pc:sldChg>
      <pc:sldChg chg="addSp delSp modSp add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266836532" sldId="301"/>
        </pc:sldMkLst>
      </pc:sldChg>
      <pc:sldChg chg="addSp delSp modSp add mod">
        <pc:chgData name="Ashish Chopra" userId="73b777bb-d56d-4042-ab11-fa04ce11e99f" providerId="ADAL" clId="{375ACA70-C26F-4825-A925-AA60B44A12C0}" dt="2026-07-09T23:26:02.113" v="34730" actId="14100"/>
        <pc:sldMkLst>
          <pc:docMk/>
          <pc:sldMk cId="499641120" sldId="301"/>
        </pc:sldMkLst>
        <pc:spChg chg="mod">
          <ac:chgData name="Ashish Chopra" userId="73b777bb-d56d-4042-ab11-fa04ce11e99f" providerId="ADAL" clId="{375ACA70-C26F-4825-A925-AA60B44A12C0}" dt="2026-07-09T23:25:54.934" v="34729" actId="20577"/>
          <ac:spMkLst>
            <pc:docMk/>
            <pc:sldMk cId="499641120" sldId="301"/>
            <ac:spMk id="3" creationId="{283E9934-6D69-87C5-C824-D0C7B8085388}"/>
          </ac:spMkLst>
        </pc:spChg>
        <pc:spChg chg="add del mod">
          <ac:chgData name="Ashish Chopra" userId="73b777bb-d56d-4042-ab11-fa04ce11e99f" providerId="ADAL" clId="{375ACA70-C26F-4825-A925-AA60B44A12C0}" dt="2026-07-09T22:44:21.521" v="34033" actId="478"/>
          <ac:spMkLst>
            <pc:docMk/>
            <pc:sldMk cId="499641120" sldId="301"/>
            <ac:spMk id="4" creationId="{51CFCD0F-7865-B66E-A869-593EA62F65AF}"/>
          </ac:spMkLst>
        </pc:spChg>
        <pc:spChg chg="add del">
          <ac:chgData name="Ashish Chopra" userId="73b777bb-d56d-4042-ab11-fa04ce11e99f" providerId="ADAL" clId="{375ACA70-C26F-4825-A925-AA60B44A12C0}" dt="2026-07-09T02:33:12.665" v="30217" actId="22"/>
          <ac:spMkLst>
            <pc:docMk/>
            <pc:sldMk cId="499641120" sldId="301"/>
            <ac:spMk id="4" creationId="{6F5C629C-B0D7-EC54-EA34-F3CE278CECF1}"/>
          </ac:spMkLst>
        </pc:spChg>
        <pc:spChg chg="mod">
          <ac:chgData name="Ashish Chopra" userId="73b777bb-d56d-4042-ab11-fa04ce11e99f" providerId="ADAL" clId="{375ACA70-C26F-4825-A925-AA60B44A12C0}" dt="2026-07-09T23:26:02.113" v="34730" actId="14100"/>
          <ac:spMkLst>
            <pc:docMk/>
            <pc:sldMk cId="499641120" sldId="301"/>
            <ac:spMk id="5" creationId="{DD8DA01B-3146-239D-D789-FF0090DE0C6B}"/>
          </ac:spMkLst>
        </pc:spChg>
        <pc:spChg chg="mod">
          <ac:chgData name="Ashish Chopra" userId="73b777bb-d56d-4042-ab11-fa04ce11e99f" providerId="ADAL" clId="{375ACA70-C26F-4825-A925-AA60B44A12C0}" dt="2026-07-09T22:41:29.125" v="33975" actId="108"/>
          <ac:spMkLst>
            <pc:docMk/>
            <pc:sldMk cId="499641120" sldId="301"/>
            <ac:spMk id="7" creationId="{E09CABB9-1A89-37C1-540A-D200DC1B3C94}"/>
          </ac:spMkLst>
        </pc:spChg>
        <pc:spChg chg="add del">
          <ac:chgData name="Ashish Chopra" userId="73b777bb-d56d-4042-ab11-fa04ce11e99f" providerId="ADAL" clId="{375ACA70-C26F-4825-A925-AA60B44A12C0}" dt="2026-07-09T22:41:56.665" v="33982" actId="22"/>
          <ac:spMkLst>
            <pc:docMk/>
            <pc:sldMk cId="499641120" sldId="301"/>
            <ac:spMk id="8" creationId="{92E6B36E-4DEB-049B-F70F-5D5DF894A1A2}"/>
          </ac:spMkLst>
        </pc:spChg>
        <pc:spChg chg="add del">
          <ac:chgData name="Ashish Chopra" userId="73b777bb-d56d-4042-ab11-fa04ce11e99f" providerId="ADAL" clId="{375ACA70-C26F-4825-A925-AA60B44A12C0}" dt="2026-07-09T02:33:17.136" v="30219" actId="22"/>
          <ac:spMkLst>
            <pc:docMk/>
            <pc:sldMk cId="499641120" sldId="301"/>
            <ac:spMk id="8" creationId="{A8F6FBF4-6AC1-A747-B6B8-B0C2514C3891}"/>
          </ac:spMkLst>
        </pc:spChg>
        <pc:spChg chg="add del mod">
          <ac:chgData name="Ashish Chopra" userId="73b777bb-d56d-4042-ab11-fa04ce11e99f" providerId="ADAL" clId="{375ACA70-C26F-4825-A925-AA60B44A12C0}" dt="2026-07-09T22:44:22.963" v="34034" actId="478"/>
          <ac:spMkLst>
            <pc:docMk/>
            <pc:sldMk cId="499641120" sldId="301"/>
            <ac:spMk id="10" creationId="{C04C456B-F32B-A697-25C8-84153AD26363}"/>
          </ac:spMkLst>
        </pc:spChg>
        <pc:spChg chg="add mod">
          <ac:chgData name="Ashish Chopra" userId="73b777bb-d56d-4042-ab11-fa04ce11e99f" providerId="ADAL" clId="{375ACA70-C26F-4825-A925-AA60B44A12C0}" dt="2026-07-09T22:50:57.240" v="34093" actId="208"/>
          <ac:spMkLst>
            <pc:docMk/>
            <pc:sldMk cId="499641120" sldId="301"/>
            <ac:spMk id="12" creationId="{4F53ED0A-1923-2129-833D-9C5E5F909AD2}"/>
          </ac:spMkLst>
        </pc:spChg>
        <pc:spChg chg="add mod">
          <ac:chgData name="Ashish Chopra" userId="73b777bb-d56d-4042-ab11-fa04ce11e99f" providerId="ADAL" clId="{375ACA70-C26F-4825-A925-AA60B44A12C0}" dt="2026-07-09T22:51:07.368" v="34118" actId="208"/>
          <ac:spMkLst>
            <pc:docMk/>
            <pc:sldMk cId="499641120" sldId="301"/>
            <ac:spMk id="14" creationId="{B37A6154-ABC0-9937-E87F-B1F044BD7B01}"/>
          </ac:spMkLst>
        </pc:spChg>
      </pc:sldChg>
      <pc:sldChg chg="add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2660161877" sldId="302"/>
        </pc:sldMkLst>
        <pc:spChg chg="mod">
          <ac:chgData name="Ashish Chopra" userId="73b777bb-d56d-4042-ab11-fa04ce11e99f" providerId="ADAL" clId="{375ACA70-C26F-4825-A925-AA60B44A12C0}" dt="2026-07-09T02:38:15.608" v="30340" actId="1035"/>
          <ac:spMkLst>
            <pc:docMk/>
            <pc:sldMk cId="2660161877" sldId="302"/>
            <ac:spMk id="3" creationId="{A61D3925-6086-7931-99E1-01C1FBADC606}"/>
          </ac:spMkLst>
        </pc:spChg>
        <pc:spChg chg="add mod">
          <ac:chgData name="Ashish Chopra" userId="73b777bb-d56d-4042-ab11-fa04ce11e99f" providerId="ADAL" clId="{375ACA70-C26F-4825-A925-AA60B44A12C0}" dt="2026-07-09T02:40:03.741" v="30384" actId="208"/>
          <ac:spMkLst>
            <pc:docMk/>
            <pc:sldMk cId="2660161877" sldId="302"/>
            <ac:spMk id="4" creationId="{B8BBC833-01F9-C7EC-ACB0-7D491977F0FC}"/>
          </ac:spMkLst>
        </pc:spChg>
        <pc:spChg chg="mod">
          <ac:chgData name="Ashish Chopra" userId="73b777bb-d56d-4042-ab11-fa04ce11e99f" providerId="ADAL" clId="{375ACA70-C26F-4825-A925-AA60B44A12C0}" dt="2026-07-09T02:38:21.961" v="30351" actId="1035"/>
          <ac:spMkLst>
            <pc:docMk/>
            <pc:sldMk cId="2660161877" sldId="302"/>
            <ac:spMk id="5" creationId="{1D6069FC-D291-36E4-1C3A-03B30306AD0E}"/>
          </ac:spMkLst>
        </pc:spChg>
        <pc:spChg chg="mod">
          <ac:chgData name="Ashish Chopra" userId="73b777bb-d56d-4042-ab11-fa04ce11e99f" providerId="ADAL" clId="{375ACA70-C26F-4825-A925-AA60B44A12C0}" dt="2026-07-09T02:38:21.961" v="30351" actId="1035"/>
          <ac:spMkLst>
            <pc:docMk/>
            <pc:sldMk cId="2660161877" sldId="302"/>
            <ac:spMk id="7" creationId="{792DBFB5-6FF3-4CD9-BFA8-A2B17312AA69}"/>
          </ac:spMkLst>
        </pc:spChg>
      </pc:sldChg>
      <pc:sldChg chg="addSp delSp modSp add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3812710461" sldId="302"/>
        </pc:sldMkLst>
      </pc:sldChg>
      <pc:sldChg chg="addSp delSp modSp add mod">
        <pc:chgData name="Ashish Chopra" userId="73b777bb-d56d-4042-ab11-fa04ce11e99f" providerId="ADAL" clId="{375ACA70-C26F-4825-A925-AA60B44A12C0}" dt="2026-07-09T23:03:30.779" v="34332" actId="1038"/>
        <pc:sldMkLst>
          <pc:docMk/>
          <pc:sldMk cId="4211571104" sldId="302"/>
        </pc:sldMkLst>
        <pc:spChg chg="mod">
          <ac:chgData name="Ashish Chopra" userId="73b777bb-d56d-4042-ab11-fa04ce11e99f" providerId="ADAL" clId="{375ACA70-C26F-4825-A925-AA60B44A12C0}" dt="2026-07-09T22:43:19.229" v="34015" actId="20577"/>
          <ac:spMkLst>
            <pc:docMk/>
            <pc:sldMk cId="4211571104" sldId="302"/>
            <ac:spMk id="3" creationId="{B03760AF-9DA3-F231-0427-4D161B7A2CA5}"/>
          </ac:spMkLst>
        </pc:spChg>
        <pc:spChg chg="del mod">
          <ac:chgData name="Ashish Chopra" userId="73b777bb-d56d-4042-ab11-fa04ce11e99f" providerId="ADAL" clId="{375ACA70-C26F-4825-A925-AA60B44A12C0}" dt="2026-07-09T22:43:32.246" v="34020" actId="478"/>
          <ac:spMkLst>
            <pc:docMk/>
            <pc:sldMk cId="4211571104" sldId="302"/>
            <ac:spMk id="4" creationId="{A0C88F4C-5480-E8A5-1713-BC2E554FC5D8}"/>
          </ac:spMkLst>
        </pc:spChg>
        <pc:spChg chg="add mod">
          <ac:chgData name="Ashish Chopra" userId="73b777bb-d56d-4042-ab11-fa04ce11e99f" providerId="ADAL" clId="{375ACA70-C26F-4825-A925-AA60B44A12C0}" dt="2026-07-09T23:03:30.779" v="34332" actId="1038"/>
          <ac:spMkLst>
            <pc:docMk/>
            <pc:sldMk cId="4211571104" sldId="302"/>
            <ac:spMk id="6" creationId="{BDA37981-742E-7AF8-0AB8-08252F06BE25}"/>
          </ac:spMkLst>
        </pc:spChg>
        <pc:spChg chg="mod">
          <ac:chgData name="Ashish Chopra" userId="73b777bb-d56d-4042-ab11-fa04ce11e99f" providerId="ADAL" clId="{375ACA70-C26F-4825-A925-AA60B44A12C0}" dt="2026-07-09T22:51:18.604" v="34122" actId="1035"/>
          <ac:spMkLst>
            <pc:docMk/>
            <pc:sldMk cId="4211571104" sldId="302"/>
            <ac:spMk id="7" creationId="{822C28E1-880A-7572-A442-A4CE5A37E4E3}"/>
          </ac:spMkLst>
        </pc:spChg>
        <pc:spChg chg="del">
          <ac:chgData name="Ashish Chopra" userId="73b777bb-d56d-4042-ab11-fa04ce11e99f" providerId="ADAL" clId="{375ACA70-C26F-4825-A925-AA60B44A12C0}" dt="2026-07-09T22:43:28.113" v="34019" actId="478"/>
          <ac:spMkLst>
            <pc:docMk/>
            <pc:sldMk cId="4211571104" sldId="302"/>
            <ac:spMk id="10" creationId="{D1F15BF0-D31B-720D-DD11-121C64F06079}"/>
          </ac:spMkLst>
        </pc:spChg>
      </pc:sldChg>
      <pc:sldChg chg="addSp delSp modSp add mod">
        <pc:chgData name="Ashish Chopra" userId="73b777bb-d56d-4042-ab11-fa04ce11e99f" providerId="ADAL" clId="{375ACA70-C26F-4825-A925-AA60B44A12C0}" dt="2026-07-09T23:00:07.719" v="34296" actId="20577"/>
        <pc:sldMkLst>
          <pc:docMk/>
          <pc:sldMk cId="240994311" sldId="303"/>
        </pc:sldMkLst>
        <pc:spChg chg="mod">
          <ac:chgData name="Ashish Chopra" userId="73b777bb-d56d-4042-ab11-fa04ce11e99f" providerId="ADAL" clId="{375ACA70-C26F-4825-A925-AA60B44A12C0}" dt="2026-07-09T22:55:26.311" v="34228" actId="20577"/>
          <ac:spMkLst>
            <pc:docMk/>
            <pc:sldMk cId="240994311" sldId="303"/>
            <ac:spMk id="3" creationId="{8E82BA37-0D44-C6B5-81FA-5427B919DD65}"/>
          </ac:spMkLst>
        </pc:spChg>
        <pc:spChg chg="add mod">
          <ac:chgData name="Ashish Chopra" userId="73b777bb-d56d-4042-ab11-fa04ce11e99f" providerId="ADAL" clId="{375ACA70-C26F-4825-A925-AA60B44A12C0}" dt="2026-07-09T23:00:07.719" v="34296" actId="20577"/>
          <ac:spMkLst>
            <pc:docMk/>
            <pc:sldMk cId="240994311" sldId="303"/>
            <ac:spMk id="4" creationId="{806C2218-5460-41F5-19D6-B20DEC2CCF1A}"/>
          </ac:spMkLst>
        </pc:spChg>
        <pc:spChg chg="mod">
          <ac:chgData name="Ashish Chopra" userId="73b777bb-d56d-4042-ab11-fa04ce11e99f" providerId="ADAL" clId="{375ACA70-C26F-4825-A925-AA60B44A12C0}" dt="2026-07-09T22:55:32.968" v="34229" actId="14100"/>
          <ac:spMkLst>
            <pc:docMk/>
            <pc:sldMk cId="240994311" sldId="303"/>
            <ac:spMk id="5" creationId="{7DD19122-91E1-5240-C84E-3697F48DE1B1}"/>
          </ac:spMkLst>
        </pc:spChg>
        <pc:spChg chg="del">
          <ac:chgData name="Ashish Chopra" userId="73b777bb-d56d-4042-ab11-fa04ce11e99f" providerId="ADAL" clId="{375ACA70-C26F-4825-A925-AA60B44A12C0}" dt="2026-07-09T22:54:51.359" v="34142" actId="478"/>
          <ac:spMkLst>
            <pc:docMk/>
            <pc:sldMk cId="240994311" sldId="303"/>
            <ac:spMk id="6" creationId="{AD6D02B0-7882-1D22-1A03-3C0781FE1E7B}"/>
          </ac:spMkLst>
        </pc:spChg>
        <pc:picChg chg="del">
          <ac:chgData name="Ashish Chopra" userId="73b777bb-d56d-4042-ab11-fa04ce11e99f" providerId="ADAL" clId="{375ACA70-C26F-4825-A925-AA60B44A12C0}" dt="2026-07-09T22:56:41.117" v="34236" actId="478"/>
          <ac:picMkLst>
            <pc:docMk/>
            <pc:sldMk cId="240994311" sldId="303"/>
            <ac:picMk id="7" creationId="{DAFA4D29-2945-E421-D051-167A9A6B7AAC}"/>
          </ac:picMkLst>
        </pc:picChg>
        <pc:picChg chg="del">
          <ac:chgData name="Ashish Chopra" userId="73b777bb-d56d-4042-ab11-fa04ce11e99f" providerId="ADAL" clId="{375ACA70-C26F-4825-A925-AA60B44A12C0}" dt="2026-07-09T22:54:51.359" v="34142" actId="478"/>
          <ac:picMkLst>
            <pc:docMk/>
            <pc:sldMk cId="240994311" sldId="303"/>
            <ac:picMk id="8" creationId="{21996EC7-EAC7-EB5F-A40F-038A1872D6A3}"/>
          </ac:picMkLst>
        </pc:picChg>
        <pc:picChg chg="del">
          <ac:chgData name="Ashish Chopra" userId="73b777bb-d56d-4042-ab11-fa04ce11e99f" providerId="ADAL" clId="{375ACA70-C26F-4825-A925-AA60B44A12C0}" dt="2026-07-09T22:57:33.465" v="34255" actId="478"/>
          <ac:picMkLst>
            <pc:docMk/>
            <pc:sldMk cId="240994311" sldId="303"/>
            <ac:picMk id="9" creationId="{3DB1C5D2-4CF7-DF04-0A5C-C24090E8EF2C}"/>
          </ac:picMkLst>
        </pc:picChg>
        <pc:picChg chg="del">
          <ac:chgData name="Ashish Chopra" userId="73b777bb-d56d-4042-ab11-fa04ce11e99f" providerId="ADAL" clId="{375ACA70-C26F-4825-A925-AA60B44A12C0}" dt="2026-07-09T22:57:33.465" v="34255" actId="478"/>
          <ac:picMkLst>
            <pc:docMk/>
            <pc:sldMk cId="240994311" sldId="303"/>
            <ac:picMk id="10" creationId="{0159E152-2B7A-F95F-37B4-3A12A38CAB4A}"/>
          </ac:picMkLst>
        </pc:picChg>
        <pc:picChg chg="del">
          <ac:chgData name="Ashish Chopra" userId="73b777bb-d56d-4042-ab11-fa04ce11e99f" providerId="ADAL" clId="{375ACA70-C26F-4825-A925-AA60B44A12C0}" dt="2026-07-09T22:57:23.081" v="34250" actId="478"/>
          <ac:picMkLst>
            <pc:docMk/>
            <pc:sldMk cId="240994311" sldId="303"/>
            <ac:picMk id="11" creationId="{C755FE25-CF2E-73DF-C5DE-50DEDC93D022}"/>
          </ac:picMkLst>
        </pc:picChg>
        <pc:picChg chg="del">
          <ac:chgData name="Ashish Chopra" userId="73b777bb-d56d-4042-ab11-fa04ce11e99f" providerId="ADAL" clId="{375ACA70-C26F-4825-A925-AA60B44A12C0}" dt="2026-07-09T22:57:33.465" v="34255" actId="478"/>
          <ac:picMkLst>
            <pc:docMk/>
            <pc:sldMk cId="240994311" sldId="303"/>
            <ac:picMk id="12" creationId="{D9C0EA72-8B7C-7545-91A2-883920B47B36}"/>
          </ac:picMkLst>
        </pc:picChg>
        <pc:picChg chg="del">
          <ac:chgData name="Ashish Chopra" userId="73b777bb-d56d-4042-ab11-fa04ce11e99f" providerId="ADAL" clId="{375ACA70-C26F-4825-A925-AA60B44A12C0}" dt="2026-07-09T22:57:22.218" v="34249" actId="478"/>
          <ac:picMkLst>
            <pc:docMk/>
            <pc:sldMk cId="240994311" sldId="303"/>
            <ac:picMk id="13" creationId="{A4E71136-96D5-16F6-F306-7F040A8D289D}"/>
          </ac:picMkLst>
        </pc:picChg>
        <pc:picChg chg="del">
          <ac:chgData name="Ashish Chopra" userId="73b777bb-d56d-4042-ab11-fa04ce11e99f" providerId="ADAL" clId="{375ACA70-C26F-4825-A925-AA60B44A12C0}" dt="2026-07-09T22:57:33.465" v="34255" actId="478"/>
          <ac:picMkLst>
            <pc:docMk/>
            <pc:sldMk cId="240994311" sldId="303"/>
            <ac:picMk id="14" creationId="{FE23B0DF-30E8-94BC-CB1C-195057D51F7C}"/>
          </ac:picMkLst>
        </pc:picChg>
      </pc:sldChg>
      <pc:sldChg chg="addSp del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2389941591" sldId="303"/>
        </pc:sldMkLst>
        <pc:spChg chg="mod">
          <ac:chgData name="Ashish Chopra" userId="73b777bb-d56d-4042-ab11-fa04ce11e99f" providerId="ADAL" clId="{375ACA70-C26F-4825-A925-AA60B44A12C0}" dt="2026-07-09T02:40:49.190" v="30392" actId="20577"/>
          <ac:spMkLst>
            <pc:docMk/>
            <pc:sldMk cId="2389941591" sldId="303"/>
            <ac:spMk id="3" creationId="{FC0237BD-28CD-22A3-5D80-4D892BA0BCA1}"/>
          </ac:spMkLst>
        </pc:spChg>
        <pc:spChg chg="del">
          <ac:chgData name="Ashish Chopra" userId="73b777bb-d56d-4042-ab11-fa04ce11e99f" providerId="ADAL" clId="{375ACA70-C26F-4825-A925-AA60B44A12C0}" dt="2026-07-09T02:41:39.493" v="30396" actId="478"/>
          <ac:spMkLst>
            <pc:docMk/>
            <pc:sldMk cId="2389941591" sldId="303"/>
            <ac:spMk id="4" creationId="{8D4EBAF0-6BFC-1340-EF03-3F24B9B97A4C}"/>
          </ac:spMkLst>
        </pc:spChg>
        <pc:spChg chg="mod">
          <ac:chgData name="Ashish Chopra" userId="73b777bb-d56d-4042-ab11-fa04ce11e99f" providerId="ADAL" clId="{375ACA70-C26F-4825-A925-AA60B44A12C0}" dt="2026-07-09T02:42:05.450" v="30411" actId="20577"/>
          <ac:spMkLst>
            <pc:docMk/>
            <pc:sldMk cId="2389941591" sldId="303"/>
            <ac:spMk id="7" creationId="{C1D0CF54-BD17-7340-6F22-8B9990A2572C}"/>
          </ac:spMkLst>
        </pc:spChg>
        <pc:picChg chg="add del">
          <ac:chgData name="Ashish Chopra" userId="73b777bb-d56d-4042-ab11-fa04ce11e99f" providerId="ADAL" clId="{375ACA70-C26F-4825-A925-AA60B44A12C0}" dt="2026-07-09T02:42:56.726" v="30413" actId="22"/>
          <ac:picMkLst>
            <pc:docMk/>
            <pc:sldMk cId="2389941591" sldId="303"/>
            <ac:picMk id="6" creationId="{3A01BC81-9635-A98A-AE72-9C95B6945024}"/>
          </ac:picMkLst>
        </pc:picChg>
        <pc:picChg chg="add del mod">
          <ac:chgData name="Ashish Chopra" userId="73b777bb-d56d-4042-ab11-fa04ce11e99f" providerId="ADAL" clId="{375ACA70-C26F-4825-A925-AA60B44A12C0}" dt="2026-07-09T02:43:45.051" v="30417" actId="478"/>
          <ac:picMkLst>
            <pc:docMk/>
            <pc:sldMk cId="2389941591" sldId="303"/>
            <ac:picMk id="9" creationId="{173F18EB-4155-A4E4-5C2E-43B29FEACE35}"/>
          </ac:picMkLst>
        </pc:picChg>
        <pc:picChg chg="add del">
          <ac:chgData name="Ashish Chopra" userId="73b777bb-d56d-4042-ab11-fa04ce11e99f" providerId="ADAL" clId="{375ACA70-C26F-4825-A925-AA60B44A12C0}" dt="2026-07-09T02:45:47.276" v="30419" actId="21"/>
          <ac:picMkLst>
            <pc:docMk/>
            <pc:sldMk cId="2389941591" sldId="303"/>
            <ac:picMk id="11" creationId="{7BF25BA9-019B-3FE3-B869-2874C2945D16}"/>
          </ac:picMkLst>
        </pc:picChg>
        <pc:picChg chg="add del">
          <ac:chgData name="Ashish Chopra" userId="73b777bb-d56d-4042-ab11-fa04ce11e99f" providerId="ADAL" clId="{375ACA70-C26F-4825-A925-AA60B44A12C0}" dt="2026-07-09T02:46:03.211" v="30424" actId="478"/>
          <ac:picMkLst>
            <pc:docMk/>
            <pc:sldMk cId="2389941591" sldId="303"/>
            <ac:picMk id="13" creationId="{714DBC8E-DF5C-7E4F-30BA-B47B075AA8AC}"/>
          </ac:picMkLst>
        </pc:picChg>
      </pc:sldChg>
      <pc:sldChg chg="addSp delSp modSp add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817289166" sldId="304"/>
        </pc:sldMkLst>
      </pc:sldChg>
      <pc:sldChg chg="addSp del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1585305059" sldId="304"/>
        </pc:sldMkLst>
        <pc:spChg chg="del">
          <ac:chgData name="Ashish Chopra" userId="73b777bb-d56d-4042-ab11-fa04ce11e99f" providerId="ADAL" clId="{375ACA70-C26F-4825-A925-AA60B44A12C0}" dt="2026-07-09T02:46:15.611" v="30428" actId="478"/>
          <ac:spMkLst>
            <pc:docMk/>
            <pc:sldMk cId="1585305059" sldId="304"/>
            <ac:spMk id="3" creationId="{C2B49181-B577-F935-1908-AA8308F0552D}"/>
          </ac:spMkLst>
        </pc:spChg>
        <pc:spChg chg="del">
          <ac:chgData name="Ashish Chopra" userId="73b777bb-d56d-4042-ab11-fa04ce11e99f" providerId="ADAL" clId="{375ACA70-C26F-4825-A925-AA60B44A12C0}" dt="2026-07-09T02:46:12.253" v="30427" actId="478"/>
          <ac:spMkLst>
            <pc:docMk/>
            <pc:sldMk cId="1585305059" sldId="304"/>
            <ac:spMk id="5" creationId="{BAAF7F23-D78D-7129-5DA1-0FE440F0FB4D}"/>
          </ac:spMkLst>
        </pc:spChg>
        <pc:spChg chg="del">
          <ac:chgData name="Ashish Chopra" userId="73b777bb-d56d-4042-ab11-fa04ce11e99f" providerId="ADAL" clId="{375ACA70-C26F-4825-A925-AA60B44A12C0}" dt="2026-07-09T02:46:10.694" v="30426" actId="478"/>
          <ac:spMkLst>
            <pc:docMk/>
            <pc:sldMk cId="1585305059" sldId="304"/>
            <ac:spMk id="7" creationId="{D19A6F65-556A-3945-EF6A-6B78AF631A45}"/>
          </ac:spMkLst>
        </pc:spChg>
        <pc:spChg chg="add mod">
          <ac:chgData name="Ashish Chopra" userId="73b777bb-d56d-4042-ab11-fa04ce11e99f" providerId="ADAL" clId="{375ACA70-C26F-4825-A925-AA60B44A12C0}" dt="2026-07-09T08:01:30.855" v="33636" actId="20577"/>
          <ac:spMkLst>
            <pc:docMk/>
            <pc:sldMk cId="1585305059" sldId="304"/>
            <ac:spMk id="12" creationId="{ACE858D1-FB5F-276F-8D52-D260646A3A35}"/>
          </ac:spMkLst>
        </pc:spChg>
        <pc:spChg chg="add mod">
          <ac:chgData name="Ashish Chopra" userId="73b777bb-d56d-4042-ab11-fa04ce11e99f" providerId="ADAL" clId="{375ACA70-C26F-4825-A925-AA60B44A12C0}" dt="2026-07-09T08:01:38.742" v="33637" actId="14100"/>
          <ac:spMkLst>
            <pc:docMk/>
            <pc:sldMk cId="1585305059" sldId="304"/>
            <ac:spMk id="15" creationId="{553AF5B0-6CA3-587B-A38C-F4E6D1BA76B4}"/>
          </ac:spMkLst>
        </pc:spChg>
        <pc:picChg chg="add del mod">
          <ac:chgData name="Ashish Chopra" userId="73b777bb-d56d-4042-ab11-fa04ce11e99f" providerId="ADAL" clId="{375ACA70-C26F-4825-A925-AA60B44A12C0}" dt="2026-07-09T07:06:37.064" v="32120" actId="1440"/>
          <ac:picMkLst>
            <pc:docMk/>
            <pc:sldMk cId="1585305059" sldId="304"/>
            <ac:picMk id="4" creationId="{F8446B35-60BB-52B1-5DD7-77AEDE361C59}"/>
          </ac:picMkLst>
        </pc:picChg>
        <pc:picChg chg="add del mod">
          <ac:chgData name="Ashish Chopra" userId="73b777bb-d56d-4042-ab11-fa04ce11e99f" providerId="ADAL" clId="{375ACA70-C26F-4825-A925-AA60B44A12C0}" dt="2026-07-09T03:11:37.095" v="30443" actId="478"/>
          <ac:picMkLst>
            <pc:docMk/>
            <pc:sldMk cId="1585305059" sldId="304"/>
            <ac:picMk id="8" creationId="{8D8EE3D1-4E69-BAF3-0222-8EC98B836CF7}"/>
          </ac:picMkLst>
        </pc:picChg>
        <pc:picChg chg="add del mod">
          <ac:chgData name="Ashish Chopra" userId="73b777bb-d56d-4042-ab11-fa04ce11e99f" providerId="ADAL" clId="{375ACA70-C26F-4825-A925-AA60B44A12C0}" dt="2026-07-09T03:11:34.917" v="30442" actId="478"/>
          <ac:picMkLst>
            <pc:docMk/>
            <pc:sldMk cId="1585305059" sldId="304"/>
            <ac:picMk id="10" creationId="{C80829AB-593E-AA31-B5C0-D8C0EA76C326}"/>
          </ac:picMkLst>
        </pc:picChg>
        <pc:picChg chg="add del mod">
          <ac:chgData name="Ashish Chopra" userId="73b777bb-d56d-4042-ab11-fa04ce11e99f" providerId="ADAL" clId="{375ACA70-C26F-4825-A925-AA60B44A12C0}" dt="2026-07-09T02:47:04.299" v="30430" actId="478"/>
          <ac:picMkLst>
            <pc:docMk/>
            <pc:sldMk cId="1585305059" sldId="304"/>
            <ac:picMk id="13" creationId="{1AA0D24D-A38C-2737-9474-F7D995D9A54C}"/>
          </ac:picMkLst>
        </pc:picChg>
      </pc:sldChg>
      <pc:sldChg chg="addSp delSp modSp add mod">
        <pc:chgData name="Ashish Chopra" userId="73b777bb-d56d-4042-ab11-fa04ce11e99f" providerId="ADAL" clId="{375ACA70-C26F-4825-A925-AA60B44A12C0}" dt="2026-07-09T23:48:46.771" v="35365" actId="14100"/>
        <pc:sldMkLst>
          <pc:docMk/>
          <pc:sldMk cId="3243169410" sldId="304"/>
        </pc:sldMkLst>
        <pc:spChg chg="mod">
          <ac:chgData name="Ashish Chopra" userId="73b777bb-d56d-4042-ab11-fa04ce11e99f" providerId="ADAL" clId="{375ACA70-C26F-4825-A925-AA60B44A12C0}" dt="2026-07-09T23:05:24.433" v="34350" actId="20577"/>
          <ac:spMkLst>
            <pc:docMk/>
            <pc:sldMk cId="3243169410" sldId="304"/>
            <ac:spMk id="3" creationId="{F23EE3A4-1251-D4FF-B20D-43027306ED9D}"/>
          </ac:spMkLst>
        </pc:spChg>
        <pc:spChg chg="mod">
          <ac:chgData name="Ashish Chopra" userId="73b777bb-d56d-4042-ab11-fa04ce11e99f" providerId="ADAL" clId="{375ACA70-C26F-4825-A925-AA60B44A12C0}" dt="2026-07-09T23:48:46.771" v="35365" actId="14100"/>
          <ac:spMkLst>
            <pc:docMk/>
            <pc:sldMk cId="3243169410" sldId="304"/>
            <ac:spMk id="5" creationId="{9B25FBBB-313E-A710-14E5-E4FC04ADBA26}"/>
          </ac:spMkLst>
        </pc:spChg>
        <pc:spChg chg="del">
          <ac:chgData name="Ashish Chopra" userId="73b777bb-d56d-4042-ab11-fa04ce11e99f" providerId="ADAL" clId="{375ACA70-C26F-4825-A925-AA60B44A12C0}" dt="2026-07-09T23:05:27.737" v="34351" actId="478"/>
          <ac:spMkLst>
            <pc:docMk/>
            <pc:sldMk cId="3243169410" sldId="304"/>
            <ac:spMk id="6" creationId="{28BDB8A3-3069-9772-4740-151265F06F6A}"/>
          </ac:spMkLst>
        </pc:spChg>
        <pc:spChg chg="del mod">
          <ac:chgData name="Ashish Chopra" userId="73b777bb-d56d-4042-ab11-fa04ce11e99f" providerId="ADAL" clId="{375ACA70-C26F-4825-A925-AA60B44A12C0}" dt="2026-07-09T23:05:33.953" v="34352" actId="478"/>
          <ac:spMkLst>
            <pc:docMk/>
            <pc:sldMk cId="3243169410" sldId="304"/>
            <ac:spMk id="7" creationId="{DF130B7B-6859-FFFA-ED0B-0DF651E1382D}"/>
          </ac:spMkLst>
        </pc:spChg>
        <pc:spChg chg="add mod">
          <ac:chgData name="Ashish Chopra" userId="73b777bb-d56d-4042-ab11-fa04ce11e99f" providerId="ADAL" clId="{375ACA70-C26F-4825-A925-AA60B44A12C0}" dt="2026-07-09T23:10:40.013" v="34465" actId="208"/>
          <ac:spMkLst>
            <pc:docMk/>
            <pc:sldMk cId="3243169410" sldId="304"/>
            <ac:spMk id="8" creationId="{D63D35F9-495B-A7EB-3E46-DC69F106B127}"/>
          </ac:spMkLst>
        </pc:spChg>
        <pc:spChg chg="add mod">
          <ac:chgData name="Ashish Chopra" userId="73b777bb-d56d-4042-ab11-fa04ce11e99f" providerId="ADAL" clId="{375ACA70-C26F-4825-A925-AA60B44A12C0}" dt="2026-07-09T23:10:47.114" v="34480" actId="208"/>
          <ac:spMkLst>
            <pc:docMk/>
            <pc:sldMk cId="3243169410" sldId="304"/>
            <ac:spMk id="10" creationId="{693A3828-C68D-DB7C-1F62-F1D74D0FE245}"/>
          </ac:spMkLst>
        </pc:spChg>
        <pc:spChg chg="add mod">
          <ac:chgData name="Ashish Chopra" userId="73b777bb-d56d-4042-ab11-fa04ce11e99f" providerId="ADAL" clId="{375ACA70-C26F-4825-A925-AA60B44A12C0}" dt="2026-07-09T23:10:51.485" v="34488" actId="208"/>
          <ac:spMkLst>
            <pc:docMk/>
            <pc:sldMk cId="3243169410" sldId="304"/>
            <ac:spMk id="12" creationId="{9626A5C6-4DBB-4BCB-E88D-970752833D1B}"/>
          </ac:spMkLst>
        </pc:spChg>
        <pc:graphicFrameChg chg="add mod modGraphic">
          <ac:chgData name="Ashish Chopra" userId="73b777bb-d56d-4042-ab11-fa04ce11e99f" providerId="ADAL" clId="{375ACA70-C26F-4825-A925-AA60B44A12C0}" dt="2026-07-09T23:07:57.953" v="34395" actId="14734"/>
          <ac:graphicFrameMkLst>
            <pc:docMk/>
            <pc:sldMk cId="3243169410" sldId="304"/>
            <ac:graphicFrameMk id="2" creationId="{CDA8A52E-4E97-2AB4-9EBB-A455A6DCE469}"/>
          </ac:graphicFrameMkLst>
        </pc:graphicFrameChg>
      </pc:sldChg>
      <pc:sldChg chg="addSp del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1432761073" sldId="305"/>
        </pc:sldMkLst>
        <pc:spChg chg="add mod">
          <ac:chgData name="Ashish Chopra" userId="73b777bb-d56d-4042-ab11-fa04ce11e99f" providerId="ADAL" clId="{375ACA70-C26F-4825-A925-AA60B44A12C0}" dt="2026-07-09T08:01:41.413" v="33638" actId="20577"/>
          <ac:spMkLst>
            <pc:docMk/>
            <pc:sldMk cId="1432761073" sldId="305"/>
            <ac:spMk id="3" creationId="{7A0B0460-1521-8FB2-58F4-711E6A2ACB02}"/>
          </ac:spMkLst>
        </pc:spChg>
        <pc:spChg chg="add mod">
          <ac:chgData name="Ashish Chopra" userId="73b777bb-d56d-4042-ab11-fa04ce11e99f" providerId="ADAL" clId="{375ACA70-C26F-4825-A925-AA60B44A12C0}" dt="2026-07-09T08:01:48.372" v="33639" actId="14100"/>
          <ac:spMkLst>
            <pc:docMk/>
            <pc:sldMk cId="1432761073" sldId="305"/>
            <ac:spMk id="6" creationId="{3B878095-39BA-AD9F-76A2-94CC2185C93A}"/>
          </ac:spMkLst>
        </pc:spChg>
        <pc:picChg chg="del">
          <ac:chgData name="Ashish Chopra" userId="73b777bb-d56d-4042-ab11-fa04ce11e99f" providerId="ADAL" clId="{375ACA70-C26F-4825-A925-AA60B44A12C0}" dt="2026-07-09T03:12:00.912" v="30450" actId="478"/>
          <ac:picMkLst>
            <pc:docMk/>
            <pc:sldMk cId="1432761073" sldId="305"/>
            <ac:picMk id="4" creationId="{447313CC-9D04-C477-7463-73579630F54C}"/>
          </ac:picMkLst>
        </pc:picChg>
        <pc:picChg chg="mod">
          <ac:chgData name="Ashish Chopra" userId="73b777bb-d56d-4042-ab11-fa04ce11e99f" providerId="ADAL" clId="{375ACA70-C26F-4825-A925-AA60B44A12C0}" dt="2026-07-09T07:06:43.834" v="32122" actId="1036"/>
          <ac:picMkLst>
            <pc:docMk/>
            <pc:sldMk cId="1432761073" sldId="305"/>
            <ac:picMk id="8" creationId="{EFD0F05F-610D-354F-83CD-9DF6D31FD5C9}"/>
          </ac:picMkLst>
        </pc:picChg>
        <pc:picChg chg="del">
          <ac:chgData name="Ashish Chopra" userId="73b777bb-d56d-4042-ab11-fa04ce11e99f" providerId="ADAL" clId="{375ACA70-C26F-4825-A925-AA60B44A12C0}" dt="2026-07-09T03:11:59.935" v="30449" actId="478"/>
          <ac:picMkLst>
            <pc:docMk/>
            <pc:sldMk cId="1432761073" sldId="305"/>
            <ac:picMk id="10" creationId="{DA053A5A-2741-CF60-2EAD-57E426018CEE}"/>
          </ac:picMkLst>
        </pc:picChg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1989790082" sldId="305"/>
        </pc:sldMkLst>
      </pc:sldChg>
      <pc:sldChg chg="delSp modSp add mod">
        <pc:chgData name="Ashish Chopra" userId="73b777bb-d56d-4042-ab11-fa04ce11e99f" providerId="ADAL" clId="{375ACA70-C26F-4825-A925-AA60B44A12C0}" dt="2026-07-09T23:05:19.202" v="34344" actId="478"/>
        <pc:sldMkLst>
          <pc:docMk/>
          <pc:sldMk cId="2756552636" sldId="305"/>
        </pc:sldMkLst>
        <pc:spChg chg="mod">
          <ac:chgData name="Ashish Chopra" userId="73b777bb-d56d-4042-ab11-fa04ce11e99f" providerId="ADAL" clId="{375ACA70-C26F-4825-A925-AA60B44A12C0}" dt="2026-07-09T23:05:15.291" v="34342" actId="20577"/>
          <ac:spMkLst>
            <pc:docMk/>
            <pc:sldMk cId="2756552636" sldId="305"/>
            <ac:spMk id="3" creationId="{C54E0373-4CC6-E212-0F00-F2FF581A4790}"/>
          </ac:spMkLst>
        </pc:spChg>
        <pc:spChg chg="del">
          <ac:chgData name="Ashish Chopra" userId="73b777bb-d56d-4042-ab11-fa04ce11e99f" providerId="ADAL" clId="{375ACA70-C26F-4825-A925-AA60B44A12C0}" dt="2026-07-09T23:05:18.052" v="34343" actId="478"/>
          <ac:spMkLst>
            <pc:docMk/>
            <pc:sldMk cId="2756552636" sldId="305"/>
            <ac:spMk id="6" creationId="{A94AEA10-34B0-43DD-4C88-C07EE8D39470}"/>
          </ac:spMkLst>
        </pc:spChg>
        <pc:picChg chg="del">
          <ac:chgData name="Ashish Chopra" userId="73b777bb-d56d-4042-ab11-fa04ce11e99f" providerId="ADAL" clId="{375ACA70-C26F-4825-A925-AA60B44A12C0}" dt="2026-07-09T23:05:19.202" v="34344" actId="478"/>
          <ac:picMkLst>
            <pc:docMk/>
            <pc:sldMk cId="2756552636" sldId="305"/>
            <ac:picMk id="8" creationId="{E5EA6DC4-6114-CE6E-6DC7-4D45BDF91F65}"/>
          </ac:picMkLst>
        </pc:picChg>
      </pc:sldChg>
      <pc:sldChg chg="addSp del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1310828544" sldId="306"/>
        </pc:sldMkLst>
        <pc:spChg chg="add mod">
          <ac:chgData name="Ashish Chopra" userId="73b777bb-d56d-4042-ab11-fa04ce11e99f" providerId="ADAL" clId="{375ACA70-C26F-4825-A925-AA60B44A12C0}" dt="2026-07-09T08:01:50.718" v="33640" actId="20577"/>
          <ac:spMkLst>
            <pc:docMk/>
            <pc:sldMk cId="1310828544" sldId="306"/>
            <ac:spMk id="6" creationId="{0A094FAF-16FE-8792-2E62-0BB9578F533D}"/>
          </ac:spMkLst>
        </pc:spChg>
        <pc:spChg chg="add mod">
          <ac:chgData name="Ashish Chopra" userId="73b777bb-d56d-4042-ab11-fa04ce11e99f" providerId="ADAL" clId="{375ACA70-C26F-4825-A925-AA60B44A12C0}" dt="2026-07-09T08:01:57.956" v="33641" actId="14100"/>
          <ac:spMkLst>
            <pc:docMk/>
            <pc:sldMk cId="1310828544" sldId="306"/>
            <ac:spMk id="9" creationId="{C5DB3A4C-D41B-901F-5D80-960589DFCEAA}"/>
          </ac:spMkLst>
        </pc:spChg>
        <pc:picChg chg="add mod">
          <ac:chgData name="Ashish Chopra" userId="73b777bb-d56d-4042-ab11-fa04ce11e99f" providerId="ADAL" clId="{375ACA70-C26F-4825-A925-AA60B44A12C0}" dt="2026-07-09T07:07:05.307" v="32132" actId="1035"/>
          <ac:picMkLst>
            <pc:docMk/>
            <pc:sldMk cId="1310828544" sldId="306"/>
            <ac:picMk id="3" creationId="{5F8C19D1-25D6-E69F-6A08-C969857F4D0E}"/>
          </ac:picMkLst>
        </pc:picChg>
        <pc:picChg chg="del">
          <ac:chgData name="Ashish Chopra" userId="73b777bb-d56d-4042-ab11-fa04ce11e99f" providerId="ADAL" clId="{375ACA70-C26F-4825-A925-AA60B44A12C0}" dt="2026-07-09T03:12:18.070" v="30453" actId="478"/>
          <ac:picMkLst>
            <pc:docMk/>
            <pc:sldMk cId="1310828544" sldId="306"/>
            <ac:picMk id="4" creationId="{DC7D2367-0538-43A5-B03C-EE7F7C546D1C}"/>
          </ac:picMkLst>
        </pc:picChg>
        <pc:picChg chg="del">
          <ac:chgData name="Ashish Chopra" userId="73b777bb-d56d-4042-ab11-fa04ce11e99f" providerId="ADAL" clId="{375ACA70-C26F-4825-A925-AA60B44A12C0}" dt="2026-07-09T03:12:20.048" v="30454" actId="478"/>
          <ac:picMkLst>
            <pc:docMk/>
            <pc:sldMk cId="1310828544" sldId="306"/>
            <ac:picMk id="8" creationId="{984003E7-820D-909B-2924-C8145E0603E0}"/>
          </ac:picMkLst>
        </pc:picChg>
        <pc:picChg chg="mod">
          <ac:chgData name="Ashish Chopra" userId="73b777bb-d56d-4042-ab11-fa04ce11e99f" providerId="ADAL" clId="{375ACA70-C26F-4825-A925-AA60B44A12C0}" dt="2026-07-09T07:07:00.024" v="32126" actId="14100"/>
          <ac:picMkLst>
            <pc:docMk/>
            <pc:sldMk cId="1310828544" sldId="306"/>
            <ac:picMk id="10" creationId="{316DBBF4-F08A-5F88-BA55-6CCA34F7C189}"/>
          </ac:picMkLst>
        </pc:picChg>
      </pc:sldChg>
      <pc:sldChg chg="addSp delSp modSp add mod">
        <pc:chgData name="Ashish Chopra" userId="73b777bb-d56d-4042-ab11-fa04ce11e99f" providerId="ADAL" clId="{375ACA70-C26F-4825-A925-AA60B44A12C0}" dt="2026-07-10T06:33:25.332" v="35373" actId="20577"/>
        <pc:sldMkLst>
          <pc:docMk/>
          <pc:sldMk cId="1852570336" sldId="306"/>
        </pc:sldMkLst>
        <pc:spChg chg="mod">
          <ac:chgData name="Ashish Chopra" userId="73b777bb-d56d-4042-ab11-fa04ce11e99f" providerId="ADAL" clId="{375ACA70-C26F-4825-A925-AA60B44A12C0}" dt="2026-07-09T23:48:16.314" v="35345" actId="255"/>
          <ac:spMkLst>
            <pc:docMk/>
            <pc:sldMk cId="1852570336" sldId="306"/>
            <ac:spMk id="3" creationId="{D9C55A53-CB5C-063C-DD44-5B6E98024B6F}"/>
          </ac:spMkLst>
        </pc:spChg>
        <pc:spChg chg="add mod">
          <ac:chgData name="Ashish Chopra" userId="73b777bb-d56d-4042-ab11-fa04ce11e99f" providerId="ADAL" clId="{375ACA70-C26F-4825-A925-AA60B44A12C0}" dt="2026-07-09T23:21:58.994" v="34651" actId="20577"/>
          <ac:spMkLst>
            <pc:docMk/>
            <pc:sldMk cId="1852570336" sldId="306"/>
            <ac:spMk id="4" creationId="{4FBA51A1-7159-930B-75BB-FCF8A80519C4}"/>
          </ac:spMkLst>
        </pc:spChg>
        <pc:spChg chg="del">
          <ac:chgData name="Ashish Chopra" userId="73b777bb-d56d-4042-ab11-fa04ce11e99f" providerId="ADAL" clId="{375ACA70-C26F-4825-A925-AA60B44A12C0}" dt="2026-07-09T23:19:44.472" v="34490" actId="478"/>
          <ac:spMkLst>
            <pc:docMk/>
            <pc:sldMk cId="1852570336" sldId="306"/>
            <ac:spMk id="5" creationId="{989C8969-6659-F06F-6E40-A19423F5389F}"/>
          </ac:spMkLst>
        </pc:spChg>
        <pc:spChg chg="add mod">
          <ac:chgData name="Ashish Chopra" userId="73b777bb-d56d-4042-ab11-fa04ce11e99f" providerId="ADAL" clId="{375ACA70-C26F-4825-A925-AA60B44A12C0}" dt="2026-07-09T23:48:21.628" v="35353" actId="1035"/>
          <ac:spMkLst>
            <pc:docMk/>
            <pc:sldMk cId="1852570336" sldId="306"/>
            <ac:spMk id="7" creationId="{29C916D2-730C-7F58-1BEE-A71671AAE55A}"/>
          </ac:spMkLst>
        </pc:spChg>
        <pc:spChg chg="add mod">
          <ac:chgData name="Ashish Chopra" userId="73b777bb-d56d-4042-ab11-fa04ce11e99f" providerId="ADAL" clId="{375ACA70-C26F-4825-A925-AA60B44A12C0}" dt="2026-07-10T06:33:25.332" v="35373" actId="20577"/>
          <ac:spMkLst>
            <pc:docMk/>
            <pc:sldMk cId="1852570336" sldId="306"/>
            <ac:spMk id="9" creationId="{D624D2CC-86CD-C368-65E2-783BA56CC97C}"/>
          </ac:spMkLst>
        </pc:spChg>
        <pc:spChg chg="add mod">
          <ac:chgData name="Ashish Chopra" userId="73b777bb-d56d-4042-ab11-fa04ce11e99f" providerId="ADAL" clId="{375ACA70-C26F-4825-A925-AA60B44A12C0}" dt="2026-07-09T23:25:10.964" v="34703" actId="20577"/>
          <ac:spMkLst>
            <pc:docMk/>
            <pc:sldMk cId="1852570336" sldId="306"/>
            <ac:spMk id="11" creationId="{7A744535-579C-33CE-C976-7F6F79020FB3}"/>
          </ac:spMkLst>
        </pc:spChg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2683831831" sldId="306"/>
        </pc:sldMkLst>
      </pc:sldChg>
      <pc:sldChg chg="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1688162401" sldId="307"/>
        </pc:sldMkLst>
        <pc:spChg chg="mod">
          <ac:chgData name="Ashish Chopra" userId="73b777bb-d56d-4042-ab11-fa04ce11e99f" providerId="ADAL" clId="{375ACA70-C26F-4825-A925-AA60B44A12C0}" dt="2026-07-09T03:34:24.456" v="30568" actId="20577"/>
          <ac:spMkLst>
            <pc:docMk/>
            <pc:sldMk cId="1688162401" sldId="307"/>
            <ac:spMk id="3" creationId="{26D571AF-7A14-E8EB-A594-09310981D93D}"/>
          </ac:spMkLst>
        </pc:spChg>
        <pc:spChg chg="mod">
          <ac:chgData name="Ashish Chopra" userId="73b777bb-d56d-4042-ab11-fa04ce11e99f" providerId="ADAL" clId="{375ACA70-C26F-4825-A925-AA60B44A12C0}" dt="2026-07-09T03:34:32.577" v="30569" actId="14100"/>
          <ac:spMkLst>
            <pc:docMk/>
            <pc:sldMk cId="1688162401" sldId="307"/>
            <ac:spMk id="5" creationId="{2335694E-17B2-2194-40F0-3CE76C8360E1}"/>
          </ac:spMkLst>
        </pc:spChg>
        <pc:spChg chg="mod">
          <ac:chgData name="Ashish Chopra" userId="73b777bb-d56d-4042-ab11-fa04ce11e99f" providerId="ADAL" clId="{375ACA70-C26F-4825-A925-AA60B44A12C0}" dt="2026-07-09T03:37:44.240" v="30628" actId="255"/>
          <ac:spMkLst>
            <pc:docMk/>
            <pc:sldMk cId="1688162401" sldId="307"/>
            <ac:spMk id="7" creationId="{99E33D4A-2206-7586-7AE9-61A9018C7620}"/>
          </ac:spMkLst>
        </pc:spChg>
      </pc:sldChg>
      <pc:sldChg chg="addSp delSp modSp add mod">
        <pc:chgData name="Ashish Chopra" userId="73b777bb-d56d-4042-ab11-fa04ce11e99f" providerId="ADAL" clId="{375ACA70-C26F-4825-A925-AA60B44A12C0}" dt="2026-07-09T23:48:36.435" v="35364" actId="14100"/>
        <pc:sldMkLst>
          <pc:docMk/>
          <pc:sldMk cId="2141346149" sldId="307"/>
        </pc:sldMkLst>
        <pc:spChg chg="mod">
          <ac:chgData name="Ashish Chopra" userId="73b777bb-d56d-4042-ab11-fa04ce11e99f" providerId="ADAL" clId="{375ACA70-C26F-4825-A925-AA60B44A12C0}" dt="2026-07-09T23:48:25.949" v="35354" actId="255"/>
          <ac:spMkLst>
            <pc:docMk/>
            <pc:sldMk cId="2141346149" sldId="307"/>
            <ac:spMk id="3" creationId="{192B6BC0-5365-C9F5-16C1-6D2394767E1E}"/>
          </ac:spMkLst>
        </pc:spChg>
        <pc:spChg chg="del">
          <ac:chgData name="Ashish Chopra" userId="73b777bb-d56d-4042-ab11-fa04ce11e99f" providerId="ADAL" clId="{375ACA70-C26F-4825-A925-AA60B44A12C0}" dt="2026-07-09T23:27:10.033" v="34760" actId="478"/>
          <ac:spMkLst>
            <pc:docMk/>
            <pc:sldMk cId="2141346149" sldId="307"/>
            <ac:spMk id="4" creationId="{8D288C1A-7CBF-C50B-204E-B7F9FAF0E41C}"/>
          </ac:spMkLst>
        </pc:spChg>
        <pc:spChg chg="add mod">
          <ac:chgData name="Ashish Chopra" userId="73b777bb-d56d-4042-ab11-fa04ce11e99f" providerId="ADAL" clId="{375ACA70-C26F-4825-A925-AA60B44A12C0}" dt="2026-07-09T23:47:39.108" v="35282" actId="1035"/>
          <ac:spMkLst>
            <pc:docMk/>
            <pc:sldMk cId="2141346149" sldId="307"/>
            <ac:spMk id="5" creationId="{018D2DEF-4F70-BE4F-0A50-C30CE4B01917}"/>
          </ac:spMkLst>
        </pc:spChg>
        <pc:spChg chg="add mod">
          <ac:chgData name="Ashish Chopra" userId="73b777bb-d56d-4042-ab11-fa04ce11e99f" providerId="ADAL" clId="{375ACA70-C26F-4825-A925-AA60B44A12C0}" dt="2026-07-09T23:47:39.108" v="35282" actId="1035"/>
          <ac:spMkLst>
            <pc:docMk/>
            <pc:sldMk cId="2141346149" sldId="307"/>
            <ac:spMk id="6" creationId="{4C101C39-8A2B-1D10-9E85-7238E679C8EF}"/>
          </ac:spMkLst>
        </pc:spChg>
        <pc:spChg chg="mod">
          <ac:chgData name="Ashish Chopra" userId="73b777bb-d56d-4042-ab11-fa04ce11e99f" providerId="ADAL" clId="{375ACA70-C26F-4825-A925-AA60B44A12C0}" dt="2026-07-09T23:48:36.435" v="35364" actId="14100"/>
          <ac:spMkLst>
            <pc:docMk/>
            <pc:sldMk cId="2141346149" sldId="307"/>
            <ac:spMk id="7" creationId="{947814FB-41C0-AACA-3D68-94A6993CFD8B}"/>
          </ac:spMkLst>
        </pc:spChg>
        <pc:spChg chg="del">
          <ac:chgData name="Ashish Chopra" userId="73b777bb-d56d-4042-ab11-fa04ce11e99f" providerId="ADAL" clId="{375ACA70-C26F-4825-A925-AA60B44A12C0}" dt="2026-07-09T23:27:13.537" v="34761" actId="478"/>
          <ac:spMkLst>
            <pc:docMk/>
            <pc:sldMk cId="2141346149" sldId="307"/>
            <ac:spMk id="9" creationId="{5CAC3464-E642-9A0C-6C01-F04894CA0516}"/>
          </ac:spMkLst>
        </pc:spChg>
        <pc:spChg chg="add mod">
          <ac:chgData name="Ashish Chopra" userId="73b777bb-d56d-4042-ab11-fa04ce11e99f" providerId="ADAL" clId="{375ACA70-C26F-4825-A925-AA60B44A12C0}" dt="2026-07-09T23:47:39.108" v="35282" actId="1035"/>
          <ac:spMkLst>
            <pc:docMk/>
            <pc:sldMk cId="2141346149" sldId="307"/>
            <ac:spMk id="10" creationId="{2C0A18FB-EDE6-2A05-84D1-750225A08A41}"/>
          </ac:spMkLst>
        </pc:spChg>
        <pc:spChg chg="del">
          <ac:chgData name="Ashish Chopra" userId="73b777bb-d56d-4042-ab11-fa04ce11e99f" providerId="ADAL" clId="{375ACA70-C26F-4825-A925-AA60B44A12C0}" dt="2026-07-09T23:27:13.537" v="34761" actId="478"/>
          <ac:spMkLst>
            <pc:docMk/>
            <pc:sldMk cId="2141346149" sldId="307"/>
            <ac:spMk id="11" creationId="{0AA31BBB-0C35-41CA-E435-A91F04236F41}"/>
          </ac:spMkLst>
        </pc:spChg>
        <pc:spChg chg="add mod">
          <ac:chgData name="Ashish Chopra" userId="73b777bb-d56d-4042-ab11-fa04ce11e99f" providerId="ADAL" clId="{375ACA70-C26F-4825-A925-AA60B44A12C0}" dt="2026-07-09T23:47:39.108" v="35282" actId="1035"/>
          <ac:spMkLst>
            <pc:docMk/>
            <pc:sldMk cId="2141346149" sldId="307"/>
            <ac:spMk id="13" creationId="{2D7B9D4B-C136-B84A-4219-59E332F5C3B0}"/>
          </ac:spMkLst>
        </pc:spChg>
        <pc:spChg chg="add mod">
          <ac:chgData name="Ashish Chopra" userId="73b777bb-d56d-4042-ab11-fa04ce11e99f" providerId="ADAL" clId="{375ACA70-C26F-4825-A925-AA60B44A12C0}" dt="2026-07-09T23:47:39.108" v="35282" actId="1035"/>
          <ac:spMkLst>
            <pc:docMk/>
            <pc:sldMk cId="2141346149" sldId="307"/>
            <ac:spMk id="15" creationId="{1A8A4F1D-D864-E27A-E599-B993E0593BB0}"/>
          </ac:spMkLst>
        </pc:spChg>
        <pc:spChg chg="add mod">
          <ac:chgData name="Ashish Chopra" userId="73b777bb-d56d-4042-ab11-fa04ce11e99f" providerId="ADAL" clId="{375ACA70-C26F-4825-A925-AA60B44A12C0}" dt="2026-07-09T23:47:39.108" v="35282" actId="1035"/>
          <ac:spMkLst>
            <pc:docMk/>
            <pc:sldMk cId="2141346149" sldId="307"/>
            <ac:spMk id="17" creationId="{3FC98B2A-A11E-0E64-EA95-63DF86B03FB3}"/>
          </ac:spMkLst>
        </pc:spChg>
        <pc:spChg chg="add mod">
          <ac:chgData name="Ashish Chopra" userId="73b777bb-d56d-4042-ab11-fa04ce11e99f" providerId="ADAL" clId="{375ACA70-C26F-4825-A925-AA60B44A12C0}" dt="2026-07-09T23:47:39.108" v="35282" actId="1035"/>
          <ac:spMkLst>
            <pc:docMk/>
            <pc:sldMk cId="2141346149" sldId="307"/>
            <ac:spMk id="35" creationId="{354A107A-6B19-8F2A-19BC-6DE782A05017}"/>
          </ac:spMkLst>
        </pc:spChg>
        <pc:spChg chg="add mod">
          <ac:chgData name="Ashish Chopra" userId="73b777bb-d56d-4042-ab11-fa04ce11e99f" providerId="ADAL" clId="{375ACA70-C26F-4825-A925-AA60B44A12C0}" dt="2026-07-09T23:32:53.702" v="34920"/>
          <ac:spMkLst>
            <pc:docMk/>
            <pc:sldMk cId="2141346149" sldId="307"/>
            <ac:spMk id="36" creationId="{8B361920-803B-3A58-B4BF-D28C754B871B}"/>
          </ac:spMkLst>
        </pc:spChg>
        <pc:spChg chg="add mod">
          <ac:chgData name="Ashish Chopra" userId="73b777bb-d56d-4042-ab11-fa04ce11e99f" providerId="ADAL" clId="{375ACA70-C26F-4825-A925-AA60B44A12C0}" dt="2026-07-09T23:32:53.702" v="34920"/>
          <ac:spMkLst>
            <pc:docMk/>
            <pc:sldMk cId="2141346149" sldId="307"/>
            <ac:spMk id="37" creationId="{CAF18D7A-C170-AD14-640C-2BEB4A107960}"/>
          </ac:spMkLst>
        </pc:spChg>
        <pc:spChg chg="add mod">
          <ac:chgData name="Ashish Chopra" userId="73b777bb-d56d-4042-ab11-fa04ce11e99f" providerId="ADAL" clId="{375ACA70-C26F-4825-A925-AA60B44A12C0}" dt="2026-07-09T23:32:53.702" v="34920"/>
          <ac:spMkLst>
            <pc:docMk/>
            <pc:sldMk cId="2141346149" sldId="307"/>
            <ac:spMk id="38" creationId="{3A6995DF-494F-17FE-6ACD-5ADE56C4FA3A}"/>
          </ac:spMkLst>
        </pc:spChg>
        <pc:spChg chg="add mod">
          <ac:chgData name="Ashish Chopra" userId="73b777bb-d56d-4042-ab11-fa04ce11e99f" providerId="ADAL" clId="{375ACA70-C26F-4825-A925-AA60B44A12C0}" dt="2026-07-09T23:32:53.702" v="34920"/>
          <ac:spMkLst>
            <pc:docMk/>
            <pc:sldMk cId="2141346149" sldId="307"/>
            <ac:spMk id="39" creationId="{0DD5BDE4-A0FD-437C-FCEF-D94DAE0D6691}"/>
          </ac:spMkLst>
        </pc:spChg>
        <pc:spChg chg="add mod">
          <ac:chgData name="Ashish Chopra" userId="73b777bb-d56d-4042-ab11-fa04ce11e99f" providerId="ADAL" clId="{375ACA70-C26F-4825-A925-AA60B44A12C0}" dt="2026-07-09T23:32:53.702" v="34920"/>
          <ac:spMkLst>
            <pc:docMk/>
            <pc:sldMk cId="2141346149" sldId="307"/>
            <ac:spMk id="40" creationId="{4BF67A72-10CD-77C5-3619-1ABB76AC9CB1}"/>
          </ac:spMkLst>
        </pc:spChg>
        <pc:spChg chg="add mod">
          <ac:chgData name="Ashish Chopra" userId="73b777bb-d56d-4042-ab11-fa04ce11e99f" providerId="ADAL" clId="{375ACA70-C26F-4825-A925-AA60B44A12C0}" dt="2026-07-09T23:32:53.702" v="34920"/>
          <ac:spMkLst>
            <pc:docMk/>
            <pc:sldMk cId="2141346149" sldId="307"/>
            <ac:spMk id="41" creationId="{DD7207EB-D812-C2C5-F592-76EF89FF53A0}"/>
          </ac:spMkLst>
        </pc:spChg>
        <pc:spChg chg="add mod">
          <ac:chgData name="Ashish Chopra" userId="73b777bb-d56d-4042-ab11-fa04ce11e99f" providerId="ADAL" clId="{375ACA70-C26F-4825-A925-AA60B44A12C0}" dt="2026-07-09T23:32:53.702" v="34920"/>
          <ac:spMkLst>
            <pc:docMk/>
            <pc:sldMk cId="2141346149" sldId="307"/>
            <ac:spMk id="47" creationId="{989E5E33-AFE3-31D3-FB44-C68E880E4302}"/>
          </ac:spMkLst>
        </pc:spChg>
        <pc:spChg chg="add mod">
          <ac:chgData name="Ashish Chopra" userId="73b777bb-d56d-4042-ab11-fa04ce11e99f" providerId="ADAL" clId="{375ACA70-C26F-4825-A925-AA60B44A12C0}" dt="2026-07-09T23:47:50.639" v="35306" actId="1035"/>
          <ac:spMkLst>
            <pc:docMk/>
            <pc:sldMk cId="2141346149" sldId="307"/>
            <ac:spMk id="48" creationId="{FB5FE639-2B2A-6D9A-5420-DEF65C210DD0}"/>
          </ac:spMkLst>
        </pc:spChg>
        <pc:spChg chg="add del mod">
          <ac:chgData name="Ashish Chopra" userId="73b777bb-d56d-4042-ab11-fa04ce11e99f" providerId="ADAL" clId="{375ACA70-C26F-4825-A925-AA60B44A12C0}" dt="2026-07-09T23:34:14.308" v="34972" actId="478"/>
          <ac:spMkLst>
            <pc:docMk/>
            <pc:sldMk cId="2141346149" sldId="307"/>
            <ac:spMk id="49" creationId="{60D824D2-3333-BF08-97FF-6739034DF73E}"/>
          </ac:spMkLst>
        </pc:spChg>
        <pc:spChg chg="add mod">
          <ac:chgData name="Ashish Chopra" userId="73b777bb-d56d-4042-ab11-fa04ce11e99f" providerId="ADAL" clId="{375ACA70-C26F-4825-A925-AA60B44A12C0}" dt="2026-07-09T23:47:50.639" v="35306" actId="1035"/>
          <ac:spMkLst>
            <pc:docMk/>
            <pc:sldMk cId="2141346149" sldId="307"/>
            <ac:spMk id="50" creationId="{A25C3D91-7E00-B3A4-A508-CB5A0DF3A96E}"/>
          </ac:spMkLst>
        </pc:spChg>
        <pc:spChg chg="add del mod">
          <ac:chgData name="Ashish Chopra" userId="73b777bb-d56d-4042-ab11-fa04ce11e99f" providerId="ADAL" clId="{375ACA70-C26F-4825-A925-AA60B44A12C0}" dt="2026-07-09T23:34:18.378" v="34974" actId="478"/>
          <ac:spMkLst>
            <pc:docMk/>
            <pc:sldMk cId="2141346149" sldId="307"/>
            <ac:spMk id="51" creationId="{3B9D04B8-76CC-21CB-39FF-0372966D2579}"/>
          </ac:spMkLst>
        </pc:spChg>
        <pc:spChg chg="add mod">
          <ac:chgData name="Ashish Chopra" userId="73b777bb-d56d-4042-ab11-fa04ce11e99f" providerId="ADAL" clId="{375ACA70-C26F-4825-A925-AA60B44A12C0}" dt="2026-07-09T23:47:50.639" v="35306" actId="1035"/>
          <ac:spMkLst>
            <pc:docMk/>
            <pc:sldMk cId="2141346149" sldId="307"/>
            <ac:spMk id="52" creationId="{59381814-93B1-C87E-9934-96591A45114F}"/>
          </ac:spMkLst>
        </pc:spChg>
        <pc:spChg chg="add del mod">
          <ac:chgData name="Ashish Chopra" userId="73b777bb-d56d-4042-ab11-fa04ce11e99f" providerId="ADAL" clId="{375ACA70-C26F-4825-A925-AA60B44A12C0}" dt="2026-07-09T23:34:18.378" v="34974" actId="478"/>
          <ac:spMkLst>
            <pc:docMk/>
            <pc:sldMk cId="2141346149" sldId="307"/>
            <ac:spMk id="53" creationId="{C5604E01-CAC5-177F-9ADF-9A93B645EC92}"/>
          </ac:spMkLst>
        </pc:spChg>
        <pc:spChg chg="add mod">
          <ac:chgData name="Ashish Chopra" userId="73b777bb-d56d-4042-ab11-fa04ce11e99f" providerId="ADAL" clId="{375ACA70-C26F-4825-A925-AA60B44A12C0}" dt="2026-07-09T23:47:50.639" v="35306" actId="1035"/>
          <ac:spMkLst>
            <pc:docMk/>
            <pc:sldMk cId="2141346149" sldId="307"/>
            <ac:spMk id="59" creationId="{8CACFAC9-E356-6D92-7397-C0C3D6D2AF18}"/>
          </ac:spMkLst>
        </pc:spChg>
        <pc:spChg chg="add mod">
          <ac:chgData name="Ashish Chopra" userId="73b777bb-d56d-4042-ab11-fa04ce11e99f" providerId="ADAL" clId="{375ACA70-C26F-4825-A925-AA60B44A12C0}" dt="2026-07-09T23:46:37.520" v="35254" actId="1076"/>
          <ac:spMkLst>
            <pc:docMk/>
            <pc:sldMk cId="2141346149" sldId="307"/>
            <ac:spMk id="69" creationId="{F8A9EADC-3170-4A3B-590B-FA03B15CA0C4}"/>
          </ac:spMkLst>
        </pc:spChg>
        <pc:spChg chg="add mod">
          <ac:chgData name="Ashish Chopra" userId="73b777bb-d56d-4042-ab11-fa04ce11e99f" providerId="ADAL" clId="{375ACA70-C26F-4825-A925-AA60B44A12C0}" dt="2026-07-09T23:46:37.520" v="35254" actId="1076"/>
          <ac:spMkLst>
            <pc:docMk/>
            <pc:sldMk cId="2141346149" sldId="307"/>
            <ac:spMk id="70" creationId="{BE57A5C8-FAD4-5BE5-F6DA-9B2F9FD49D9F}"/>
          </ac:spMkLst>
        </pc:spChg>
        <pc:spChg chg="add mod">
          <ac:chgData name="Ashish Chopra" userId="73b777bb-d56d-4042-ab11-fa04ce11e99f" providerId="ADAL" clId="{375ACA70-C26F-4825-A925-AA60B44A12C0}" dt="2026-07-09T23:46:37.520" v="35254" actId="1076"/>
          <ac:spMkLst>
            <pc:docMk/>
            <pc:sldMk cId="2141346149" sldId="307"/>
            <ac:spMk id="71" creationId="{8B8DC07E-88E8-41DC-2458-18BE944DD704}"/>
          </ac:spMkLst>
        </pc:spChg>
        <pc:spChg chg="add mod">
          <ac:chgData name="Ashish Chopra" userId="73b777bb-d56d-4042-ab11-fa04ce11e99f" providerId="ADAL" clId="{375ACA70-C26F-4825-A925-AA60B44A12C0}" dt="2026-07-09T23:47:59.762" v="35333" actId="1037"/>
          <ac:spMkLst>
            <pc:docMk/>
            <pc:sldMk cId="2141346149" sldId="307"/>
            <ac:spMk id="72" creationId="{AE137BBF-D6CA-A60F-026E-72A479BF24AE}"/>
          </ac:spMkLst>
        </pc:spChg>
        <pc:spChg chg="add mod">
          <ac:chgData name="Ashish Chopra" userId="73b777bb-d56d-4042-ab11-fa04ce11e99f" providerId="ADAL" clId="{375ACA70-C26F-4825-A925-AA60B44A12C0}" dt="2026-07-09T23:46:37.520" v="35254" actId="1076"/>
          <ac:spMkLst>
            <pc:docMk/>
            <pc:sldMk cId="2141346149" sldId="307"/>
            <ac:spMk id="75" creationId="{1354D6E3-D9EF-F4BE-BD73-70F5D2C89CAC}"/>
          </ac:spMkLst>
        </pc:spChg>
        <pc:spChg chg="add mod">
          <ac:chgData name="Ashish Chopra" userId="73b777bb-d56d-4042-ab11-fa04ce11e99f" providerId="ADAL" clId="{375ACA70-C26F-4825-A925-AA60B44A12C0}" dt="2026-07-09T23:46:37.520" v="35254" actId="1076"/>
          <ac:spMkLst>
            <pc:docMk/>
            <pc:sldMk cId="2141346149" sldId="307"/>
            <ac:spMk id="85" creationId="{24D38759-7CAE-9797-52B3-209B44C42109}"/>
          </ac:spMkLst>
        </pc:spChg>
        <pc:spChg chg="add mod">
          <ac:chgData name="Ashish Chopra" userId="73b777bb-d56d-4042-ab11-fa04ce11e99f" providerId="ADAL" clId="{375ACA70-C26F-4825-A925-AA60B44A12C0}" dt="2026-07-09T23:45:17.923" v="35208" actId="1076"/>
          <ac:spMkLst>
            <pc:docMk/>
            <pc:sldMk cId="2141346149" sldId="307"/>
            <ac:spMk id="90" creationId="{49F8BDC4-113D-0D27-D27D-E485BEFCBA5D}"/>
          </ac:spMkLst>
        </pc:spChg>
        <pc:spChg chg="add mod">
          <ac:chgData name="Ashish Chopra" userId="73b777bb-d56d-4042-ab11-fa04ce11e99f" providerId="ADAL" clId="{375ACA70-C26F-4825-A925-AA60B44A12C0}" dt="2026-07-09T23:46:44.792" v="35259" actId="1036"/>
          <ac:spMkLst>
            <pc:docMk/>
            <pc:sldMk cId="2141346149" sldId="307"/>
            <ac:spMk id="92" creationId="{C1BC80E2-EC9D-A8B6-CFF8-A538B19D0B6B}"/>
          </ac:spMkLst>
        </pc:spChg>
        <pc:spChg chg="add mod">
          <ac:chgData name="Ashish Chopra" userId="73b777bb-d56d-4042-ab11-fa04ce11e99f" providerId="ADAL" clId="{375ACA70-C26F-4825-A925-AA60B44A12C0}" dt="2026-07-09T23:46:48.724" v="35272" actId="1036"/>
          <ac:spMkLst>
            <pc:docMk/>
            <pc:sldMk cId="2141346149" sldId="307"/>
            <ac:spMk id="94" creationId="{8563743A-8E82-FAC3-5A43-8411C29329C7}"/>
          </ac:spMkLst>
        </pc:spChg>
        <pc:spChg chg="add mod">
          <ac:chgData name="Ashish Chopra" userId="73b777bb-d56d-4042-ab11-fa04ce11e99f" providerId="ADAL" clId="{375ACA70-C26F-4825-A925-AA60B44A12C0}" dt="2026-07-09T23:47:39.108" v="35282" actId="1035"/>
          <ac:spMkLst>
            <pc:docMk/>
            <pc:sldMk cId="2141346149" sldId="307"/>
            <ac:spMk id="95" creationId="{34F32C54-EBE9-D07F-A4A5-ACEBE7B23FAA}"/>
          </ac:spMkLst>
        </pc:spChg>
        <pc:spChg chg="add mod">
          <ac:chgData name="Ashish Chopra" userId="73b777bb-d56d-4042-ab11-fa04ce11e99f" providerId="ADAL" clId="{375ACA70-C26F-4825-A925-AA60B44A12C0}" dt="2026-07-09T23:47:50.639" v="35306" actId="1035"/>
          <ac:spMkLst>
            <pc:docMk/>
            <pc:sldMk cId="2141346149" sldId="307"/>
            <ac:spMk id="97" creationId="{E9A10216-CC13-C4EA-6524-85CF1F704C3B}"/>
          </ac:spMkLst>
        </pc:spChg>
        <pc:spChg chg="add mod">
          <ac:chgData name="Ashish Chopra" userId="73b777bb-d56d-4042-ab11-fa04ce11e99f" providerId="ADAL" clId="{375ACA70-C26F-4825-A925-AA60B44A12C0}" dt="2026-07-09T23:46:37.520" v="35254" actId="1076"/>
          <ac:spMkLst>
            <pc:docMk/>
            <pc:sldMk cId="2141346149" sldId="307"/>
            <ac:spMk id="99" creationId="{1AA54658-0F1E-1219-0556-1890FEAFBD74}"/>
          </ac:spMkLst>
        </pc:spChg>
        <pc:spChg chg="add mod">
          <ac:chgData name="Ashish Chopra" userId="73b777bb-d56d-4042-ab11-fa04ce11e99f" providerId="ADAL" clId="{375ACA70-C26F-4825-A925-AA60B44A12C0}" dt="2026-07-09T23:45:17.923" v="35208" actId="1076"/>
          <ac:spMkLst>
            <pc:docMk/>
            <pc:sldMk cId="2141346149" sldId="307"/>
            <ac:spMk id="101" creationId="{B266FCA5-9ED5-7E29-129C-1B8AE7739FC3}"/>
          </ac:spMkLst>
        </pc:spChg>
        <pc:spChg chg="add del">
          <ac:chgData name="Ashish Chopra" userId="73b777bb-d56d-4042-ab11-fa04ce11e99f" providerId="ADAL" clId="{375ACA70-C26F-4825-A925-AA60B44A12C0}" dt="2026-07-09T23:44:05.733" v="35177" actId="22"/>
          <ac:spMkLst>
            <pc:docMk/>
            <pc:sldMk cId="2141346149" sldId="307"/>
            <ac:spMk id="106" creationId="{4782868F-6B7B-564B-9C73-4B0C557844C2}"/>
          </ac:spMkLst>
        </pc:spChg>
        <pc:cxnChg chg="add mod">
          <ac:chgData name="Ashish Chopra" userId="73b777bb-d56d-4042-ab11-fa04ce11e99f" providerId="ADAL" clId="{375ACA70-C26F-4825-A925-AA60B44A12C0}" dt="2026-07-09T23:47:39.108" v="35282" actId="1035"/>
          <ac:cxnSpMkLst>
            <pc:docMk/>
            <pc:sldMk cId="2141346149" sldId="307"/>
            <ac:cxnSpMk id="19" creationId="{4C34904D-D0A1-9E46-DA4D-70CF1BE0EAF1}"/>
          </ac:cxnSpMkLst>
        </pc:cxnChg>
        <pc:cxnChg chg="add mod">
          <ac:chgData name="Ashish Chopra" userId="73b777bb-d56d-4042-ab11-fa04ce11e99f" providerId="ADAL" clId="{375ACA70-C26F-4825-A925-AA60B44A12C0}" dt="2026-07-09T23:42:42.207" v="35144" actId="1036"/>
          <ac:cxnSpMkLst>
            <pc:docMk/>
            <pc:sldMk cId="2141346149" sldId="307"/>
            <ac:cxnSpMk id="20" creationId="{3FE64094-AB40-352C-2F87-5C63C84ADFE5}"/>
          </ac:cxnSpMkLst>
        </pc:cxnChg>
        <pc:cxnChg chg="add mod">
          <ac:chgData name="Ashish Chopra" userId="73b777bb-d56d-4042-ab11-fa04ce11e99f" providerId="ADAL" clId="{375ACA70-C26F-4825-A925-AA60B44A12C0}" dt="2026-07-09T23:39:03.063" v="35081" actId="14100"/>
          <ac:cxnSpMkLst>
            <pc:docMk/>
            <pc:sldMk cId="2141346149" sldId="307"/>
            <ac:cxnSpMk id="23" creationId="{D2DD32AB-3F0D-E0F2-9A62-1290C02B1DF6}"/>
          </ac:cxnSpMkLst>
        </pc:cxnChg>
        <pc:cxnChg chg="add mod">
          <ac:chgData name="Ashish Chopra" userId="73b777bb-d56d-4042-ab11-fa04ce11e99f" providerId="ADAL" clId="{375ACA70-C26F-4825-A925-AA60B44A12C0}" dt="2026-07-09T23:38:51.446" v="35075" actId="14100"/>
          <ac:cxnSpMkLst>
            <pc:docMk/>
            <pc:sldMk cId="2141346149" sldId="307"/>
            <ac:cxnSpMk id="26" creationId="{8BABFC38-C85E-52A0-B523-2FFF0835F594}"/>
          </ac:cxnSpMkLst>
        </pc:cxnChg>
        <pc:cxnChg chg="add mod">
          <ac:chgData name="Ashish Chopra" userId="73b777bb-d56d-4042-ab11-fa04ce11e99f" providerId="ADAL" clId="{375ACA70-C26F-4825-A925-AA60B44A12C0}" dt="2026-07-09T23:47:39.108" v="35282" actId="1035"/>
          <ac:cxnSpMkLst>
            <pc:docMk/>
            <pc:sldMk cId="2141346149" sldId="307"/>
            <ac:cxnSpMk id="29" creationId="{A60F13F1-2DD2-7A69-6FA4-8BC62990078E}"/>
          </ac:cxnSpMkLst>
        </pc:cxnChg>
        <pc:cxnChg chg="add mod">
          <ac:chgData name="Ashish Chopra" userId="73b777bb-d56d-4042-ab11-fa04ce11e99f" providerId="ADAL" clId="{375ACA70-C26F-4825-A925-AA60B44A12C0}" dt="2026-07-09T23:32:53.702" v="34920"/>
          <ac:cxnSpMkLst>
            <pc:docMk/>
            <pc:sldMk cId="2141346149" sldId="307"/>
            <ac:cxnSpMk id="43" creationId="{A7A6C184-3BEE-3A0A-47FF-BFF07F2934B5}"/>
          </ac:cxnSpMkLst>
        </pc:cxnChg>
        <pc:cxnChg chg="add mod">
          <ac:chgData name="Ashish Chopra" userId="73b777bb-d56d-4042-ab11-fa04ce11e99f" providerId="ADAL" clId="{375ACA70-C26F-4825-A925-AA60B44A12C0}" dt="2026-07-09T23:32:53.702" v="34920"/>
          <ac:cxnSpMkLst>
            <pc:docMk/>
            <pc:sldMk cId="2141346149" sldId="307"/>
            <ac:cxnSpMk id="44" creationId="{D97C715E-CCB8-280B-265B-F3BAF48F12F5}"/>
          </ac:cxnSpMkLst>
        </pc:cxnChg>
        <pc:cxnChg chg="add mod">
          <ac:chgData name="Ashish Chopra" userId="73b777bb-d56d-4042-ab11-fa04ce11e99f" providerId="ADAL" clId="{375ACA70-C26F-4825-A925-AA60B44A12C0}" dt="2026-07-09T23:32:53.702" v="34920"/>
          <ac:cxnSpMkLst>
            <pc:docMk/>
            <pc:sldMk cId="2141346149" sldId="307"/>
            <ac:cxnSpMk id="46" creationId="{DF9D2B53-3B69-985A-BBA6-9C08368BD311}"/>
          </ac:cxnSpMkLst>
        </pc:cxnChg>
        <pc:cxnChg chg="del mod">
          <ac:chgData name="Ashish Chopra" userId="73b777bb-d56d-4042-ab11-fa04ce11e99f" providerId="ADAL" clId="{375ACA70-C26F-4825-A925-AA60B44A12C0}" dt="2026-07-09T23:34:15.453" v="34973" actId="478"/>
          <ac:cxnSpMkLst>
            <pc:docMk/>
            <pc:sldMk cId="2141346149" sldId="307"/>
            <ac:cxnSpMk id="54" creationId="{B6ADA112-24F6-34F9-30E4-BDC3EAC4738C}"/>
          </ac:cxnSpMkLst>
        </pc:cxnChg>
        <pc:cxnChg chg="add del mod">
          <ac:chgData name="Ashish Chopra" userId="73b777bb-d56d-4042-ab11-fa04ce11e99f" providerId="ADAL" clId="{375ACA70-C26F-4825-A925-AA60B44A12C0}" dt="2026-07-09T23:34:18.378" v="34974" actId="478"/>
          <ac:cxnSpMkLst>
            <pc:docMk/>
            <pc:sldMk cId="2141346149" sldId="307"/>
            <ac:cxnSpMk id="55" creationId="{5DBAEA8E-B417-C2FB-E5B1-8E51A1FDEDC7}"/>
          </ac:cxnSpMkLst>
        </pc:cxnChg>
        <pc:cxnChg chg="add del mod">
          <ac:chgData name="Ashish Chopra" userId="73b777bb-d56d-4042-ab11-fa04ce11e99f" providerId="ADAL" clId="{375ACA70-C26F-4825-A925-AA60B44A12C0}" dt="2026-07-09T23:34:18.378" v="34974" actId="478"/>
          <ac:cxnSpMkLst>
            <pc:docMk/>
            <pc:sldMk cId="2141346149" sldId="307"/>
            <ac:cxnSpMk id="56" creationId="{C9895D80-32A9-17D5-B0BC-09746993CFBC}"/>
          </ac:cxnSpMkLst>
        </pc:cxnChg>
        <pc:cxnChg chg="del mod">
          <ac:chgData name="Ashish Chopra" userId="73b777bb-d56d-4042-ab11-fa04ce11e99f" providerId="ADAL" clId="{375ACA70-C26F-4825-A925-AA60B44A12C0}" dt="2026-07-09T23:34:18.378" v="34974" actId="478"/>
          <ac:cxnSpMkLst>
            <pc:docMk/>
            <pc:sldMk cId="2141346149" sldId="307"/>
            <ac:cxnSpMk id="57" creationId="{A6EC7646-20F6-41F5-47E3-04F6D4BEBE6F}"/>
          </ac:cxnSpMkLst>
        </pc:cxnChg>
        <pc:cxnChg chg="add del mod">
          <ac:chgData name="Ashish Chopra" userId="73b777bb-d56d-4042-ab11-fa04ce11e99f" providerId="ADAL" clId="{375ACA70-C26F-4825-A925-AA60B44A12C0}" dt="2026-07-09T23:34:18.378" v="34974" actId="478"/>
          <ac:cxnSpMkLst>
            <pc:docMk/>
            <pc:sldMk cId="2141346149" sldId="307"/>
            <ac:cxnSpMk id="58" creationId="{D9DBC34C-88F6-D03B-8CD6-1FC3F256F9C9}"/>
          </ac:cxnSpMkLst>
        </pc:cxnChg>
        <pc:cxnChg chg="add mod">
          <ac:chgData name="Ashish Chopra" userId="73b777bb-d56d-4042-ab11-fa04ce11e99f" providerId="ADAL" clId="{375ACA70-C26F-4825-A925-AA60B44A12C0}" dt="2026-07-09T23:34:32.140" v="34978"/>
          <ac:cxnSpMkLst>
            <pc:docMk/>
            <pc:sldMk cId="2141346149" sldId="307"/>
            <ac:cxnSpMk id="60" creationId="{3F223E14-0420-F6FF-7111-972DFA861120}"/>
          </ac:cxnSpMkLst>
        </pc:cxnChg>
        <pc:cxnChg chg="add mod">
          <ac:chgData name="Ashish Chopra" userId="73b777bb-d56d-4042-ab11-fa04ce11e99f" providerId="ADAL" clId="{375ACA70-C26F-4825-A925-AA60B44A12C0}" dt="2026-07-09T23:47:50.639" v="35306" actId="1035"/>
          <ac:cxnSpMkLst>
            <pc:docMk/>
            <pc:sldMk cId="2141346149" sldId="307"/>
            <ac:cxnSpMk id="61" creationId="{CDB6CEF7-A1D3-C4D6-9DC5-E3B87748D250}"/>
          </ac:cxnSpMkLst>
        </pc:cxnChg>
        <pc:cxnChg chg="add mod">
          <ac:chgData name="Ashish Chopra" userId="73b777bb-d56d-4042-ab11-fa04ce11e99f" providerId="ADAL" clId="{375ACA70-C26F-4825-A925-AA60B44A12C0}" dt="2026-07-09T23:46:37.520" v="35254" actId="1076"/>
          <ac:cxnSpMkLst>
            <pc:docMk/>
            <pc:sldMk cId="2141346149" sldId="307"/>
            <ac:cxnSpMk id="73" creationId="{DA458A54-53F3-D062-97DB-DE9C74B41E3C}"/>
          </ac:cxnSpMkLst>
        </pc:cxnChg>
        <pc:cxnChg chg="add mod">
          <ac:chgData name="Ashish Chopra" userId="73b777bb-d56d-4042-ab11-fa04ce11e99f" providerId="ADAL" clId="{375ACA70-C26F-4825-A925-AA60B44A12C0}" dt="2026-07-09T23:46:37.520" v="35254" actId="1076"/>
          <ac:cxnSpMkLst>
            <pc:docMk/>
            <pc:sldMk cId="2141346149" sldId="307"/>
            <ac:cxnSpMk id="86" creationId="{713F0110-DB2D-1E26-75EE-D195A22D8E39}"/>
          </ac:cxnSpMkLst>
        </pc:cxnChg>
        <pc:cxnChg chg="add mod">
          <ac:chgData name="Ashish Chopra" userId="73b777bb-d56d-4042-ab11-fa04ce11e99f" providerId="ADAL" clId="{375ACA70-C26F-4825-A925-AA60B44A12C0}" dt="2026-07-09T23:48:03.743" v="35344" actId="1037"/>
          <ac:cxnSpMkLst>
            <pc:docMk/>
            <pc:sldMk cId="2141346149" sldId="307"/>
            <ac:cxnSpMk id="103" creationId="{3714C6FA-C823-4544-1A0B-088FF1E9CA7E}"/>
          </ac:cxnSpMkLst>
        </pc:cxnChg>
        <pc:cxnChg chg="add mod">
          <ac:chgData name="Ashish Chopra" userId="73b777bb-d56d-4042-ab11-fa04ce11e99f" providerId="ADAL" clId="{375ACA70-C26F-4825-A925-AA60B44A12C0}" dt="2026-07-09T23:47:43.634" v="35295" actId="1035"/>
          <ac:cxnSpMkLst>
            <pc:docMk/>
            <pc:sldMk cId="2141346149" sldId="307"/>
            <ac:cxnSpMk id="109" creationId="{5636AAC3-A65C-8725-04E4-F23B31AF0DFC}"/>
          </ac:cxnSpMkLst>
        </pc:cxnChg>
      </pc:sldChg>
      <pc:sldChg chg="addSp delSp modSp add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2303697904" sldId="307"/>
        </pc:sldMkLst>
      </pc:sldChg>
      <pc:sldChg chg="add del setBg">
        <pc:chgData name="Ashish Chopra" userId="73b777bb-d56d-4042-ab11-fa04ce11e99f" providerId="ADAL" clId="{375ACA70-C26F-4825-A925-AA60B44A12C0}" dt="2026-07-09T03:38:25.991" v="30630" actId="47"/>
        <pc:sldMkLst>
          <pc:docMk/>
          <pc:sldMk cId="1190791523" sldId="308"/>
        </pc:sldMkLst>
      </pc:sldChg>
      <pc:sldChg chg="add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2053711752" sldId="308"/>
        </pc:sldMkLst>
        <pc:spChg chg="mod">
          <ac:chgData name="Ashish Chopra" userId="73b777bb-d56d-4042-ab11-fa04ce11e99f" providerId="ADAL" clId="{375ACA70-C26F-4825-A925-AA60B44A12C0}" dt="2026-07-09T08:01:16.823" v="33633" actId="20577"/>
          <ac:spMkLst>
            <pc:docMk/>
            <pc:sldMk cId="2053711752" sldId="308"/>
            <ac:spMk id="3" creationId="{B02171FD-374D-ECF9-7EE7-78A627EA5581}"/>
          </ac:spMkLst>
        </pc:spChg>
        <pc:spChg chg="add mod">
          <ac:chgData name="Ashish Chopra" userId="73b777bb-d56d-4042-ab11-fa04ce11e99f" providerId="ADAL" clId="{375ACA70-C26F-4825-A925-AA60B44A12C0}" dt="2026-07-09T08:04:22.134" v="33782" actId="20577"/>
          <ac:spMkLst>
            <pc:docMk/>
            <pc:sldMk cId="2053711752" sldId="308"/>
            <ac:spMk id="4" creationId="{8FCC30F5-F980-0E89-18DE-0F61F1E87C30}"/>
          </ac:spMkLst>
        </pc:spChg>
        <pc:spChg chg="mod">
          <ac:chgData name="Ashish Chopra" userId="73b777bb-d56d-4042-ab11-fa04ce11e99f" providerId="ADAL" clId="{375ACA70-C26F-4825-A925-AA60B44A12C0}" dt="2026-07-09T08:01:25.478" v="33635" actId="14100"/>
          <ac:spMkLst>
            <pc:docMk/>
            <pc:sldMk cId="2053711752" sldId="308"/>
            <ac:spMk id="5" creationId="{078FCDC1-7E7A-62DE-5B06-A467BCCF4E85}"/>
          </ac:spMkLst>
        </pc:spChg>
        <pc:spChg chg="add mod">
          <ac:chgData name="Ashish Chopra" userId="73b777bb-d56d-4042-ab11-fa04ce11e99f" providerId="ADAL" clId="{375ACA70-C26F-4825-A925-AA60B44A12C0}" dt="2026-07-09T08:04:30.429" v="33783" actId="207"/>
          <ac:spMkLst>
            <pc:docMk/>
            <pc:sldMk cId="2053711752" sldId="308"/>
            <ac:spMk id="7" creationId="{DFCAED0E-C88C-BB0E-718D-305E51F24503}"/>
          </ac:spMkLst>
        </pc:spChg>
      </pc:sldChg>
      <pc:sldChg chg="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2732512236" sldId="308"/>
        </pc:sldMkLst>
      </pc:sldChg>
      <pc:sldChg chg="addSp delSp modSp add del mod or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1347285427" sldId="309"/>
        </pc:sldMkLst>
      </pc:sldChg>
      <pc:sldChg chg="modSp add del mod ord">
        <pc:chgData name="Ashish Chopra" userId="73b777bb-d56d-4042-ab11-fa04ce11e99f" providerId="ADAL" clId="{375ACA70-C26F-4825-A925-AA60B44A12C0}" dt="2026-07-09T22:43:06.959" v="34005" actId="47"/>
        <pc:sldMkLst>
          <pc:docMk/>
          <pc:sldMk cId="3488561947" sldId="309"/>
        </pc:sldMkLst>
        <pc:spChg chg="mod">
          <ac:chgData name="Ashish Chopra" userId="73b777bb-d56d-4042-ab11-fa04ce11e99f" providerId="ADAL" clId="{375ACA70-C26F-4825-A925-AA60B44A12C0}" dt="2026-07-09T03:39:08.996" v="30671" actId="20577"/>
          <ac:spMkLst>
            <pc:docMk/>
            <pc:sldMk cId="3488561947" sldId="309"/>
            <ac:spMk id="3" creationId="{F759838C-32FF-B508-15B0-07A1E4E1CBA3}"/>
          </ac:spMkLst>
        </pc:spChg>
      </pc:sldChg>
      <pc:sldChg chg="addSp del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99727968" sldId="310"/>
        </pc:sldMkLst>
        <pc:spChg chg="del">
          <ac:chgData name="Ashish Chopra" userId="73b777bb-d56d-4042-ab11-fa04ce11e99f" providerId="ADAL" clId="{375ACA70-C26F-4825-A925-AA60B44A12C0}" dt="2026-07-09T03:39:18.813" v="30673" actId="478"/>
          <ac:spMkLst>
            <pc:docMk/>
            <pc:sldMk cId="99727968" sldId="310"/>
            <ac:spMk id="3" creationId="{2664A8AB-04AE-2D0A-E5C5-06838A9E0373}"/>
          </ac:spMkLst>
        </pc:spChg>
        <pc:spChg chg="add mod">
          <ac:chgData name="Ashish Chopra" userId="73b777bb-d56d-4042-ab11-fa04ce11e99f" providerId="ADAL" clId="{375ACA70-C26F-4825-A925-AA60B44A12C0}" dt="2026-07-09T03:48:34.448" v="30895" actId="20577"/>
          <ac:spMkLst>
            <pc:docMk/>
            <pc:sldMk cId="99727968" sldId="310"/>
            <ac:spMk id="4" creationId="{B2101489-1A75-82A0-04A5-8D9C8BE4E6F0}"/>
          </ac:spMkLst>
        </pc:spChg>
        <pc:spChg chg="del">
          <ac:chgData name="Ashish Chopra" userId="73b777bb-d56d-4042-ab11-fa04ce11e99f" providerId="ADAL" clId="{375ACA70-C26F-4825-A925-AA60B44A12C0}" dt="2026-07-09T03:39:18.813" v="30673" actId="478"/>
          <ac:spMkLst>
            <pc:docMk/>
            <pc:sldMk cId="99727968" sldId="310"/>
            <ac:spMk id="5" creationId="{9672F04D-E1F6-1920-9F8E-51755BE8B865}"/>
          </ac:spMkLst>
        </pc:spChg>
        <pc:spChg chg="add mod">
          <ac:chgData name="Ashish Chopra" userId="73b777bb-d56d-4042-ab11-fa04ce11e99f" providerId="ADAL" clId="{375ACA70-C26F-4825-A925-AA60B44A12C0}" dt="2026-07-09T03:52:23.525" v="30959" actId="1035"/>
          <ac:spMkLst>
            <pc:docMk/>
            <pc:sldMk cId="99727968" sldId="310"/>
            <ac:spMk id="7" creationId="{2F101BF5-2D47-4E6D-BB42-37F54A8B7B2D}"/>
          </ac:spMkLst>
        </pc:spChg>
        <pc:graphicFrameChg chg="add mod modGraphic">
          <ac:chgData name="Ashish Chopra" userId="73b777bb-d56d-4042-ab11-fa04ce11e99f" providerId="ADAL" clId="{375ACA70-C26F-4825-A925-AA60B44A12C0}" dt="2026-07-09T07:53:50.933" v="33270"/>
          <ac:graphicFrameMkLst>
            <pc:docMk/>
            <pc:sldMk cId="99727968" sldId="310"/>
            <ac:graphicFrameMk id="3" creationId="{AAB26F92-8CB1-C613-199F-A47134E229A3}"/>
          </ac:graphicFrameMkLst>
        </pc:graphicFrameChg>
        <pc:graphicFrameChg chg="add del mod modGraphic">
          <ac:chgData name="Ashish Chopra" userId="73b777bb-d56d-4042-ab11-fa04ce11e99f" providerId="ADAL" clId="{375ACA70-C26F-4825-A925-AA60B44A12C0}" dt="2026-07-09T03:46:26.401" v="30864" actId="478"/>
          <ac:graphicFrameMkLst>
            <pc:docMk/>
            <pc:sldMk cId="99727968" sldId="310"/>
            <ac:graphicFrameMk id="8" creationId="{63C3B895-AC40-E269-8536-E4F0D9DD0DD5}"/>
          </ac:graphicFrameMkLst>
        </pc:graphicFrameChg>
        <pc:graphicFrameChg chg="add del mod modGraphic">
          <ac:chgData name="Ashish Chopra" userId="73b777bb-d56d-4042-ab11-fa04ce11e99f" providerId="ADAL" clId="{375ACA70-C26F-4825-A925-AA60B44A12C0}" dt="2026-07-09T03:47:20.170" v="30874" actId="478"/>
          <ac:graphicFrameMkLst>
            <pc:docMk/>
            <pc:sldMk cId="99727968" sldId="310"/>
            <ac:graphicFrameMk id="9" creationId="{A7060DCF-BD52-5A41-AF36-3BD6AC06C6CE}"/>
          </ac:graphicFrameMkLst>
        </pc:graphicFrameChg>
        <pc:graphicFrameChg chg="add mod modGraphic">
          <ac:chgData name="Ashish Chopra" userId="73b777bb-d56d-4042-ab11-fa04ce11e99f" providerId="ADAL" clId="{375ACA70-C26F-4825-A925-AA60B44A12C0}" dt="2026-07-09T07:54:00.436" v="33283" actId="1037"/>
          <ac:graphicFrameMkLst>
            <pc:docMk/>
            <pc:sldMk cId="99727968" sldId="310"/>
            <ac:graphicFrameMk id="10" creationId="{98223D5C-62D1-10CD-DAB4-80B3904D1B1F}"/>
          </ac:graphicFrameMkLst>
        </pc:graphicFrameChg>
      </pc:sldChg>
      <pc:sldChg chg="delSp modSp add del mod">
        <pc:chgData name="Ashish Chopra" userId="73b777bb-d56d-4042-ab11-fa04ce11e99f" providerId="ADAL" clId="{375ACA70-C26F-4825-A925-AA60B44A12C0}" dt="2026-07-09T07:50:15.243" v="33246" actId="47"/>
        <pc:sldMkLst>
          <pc:docMk/>
          <pc:sldMk cId="728013250" sldId="311"/>
        </pc:sldMkLst>
        <pc:spChg chg="mod">
          <ac:chgData name="Ashish Chopra" userId="73b777bb-d56d-4042-ab11-fa04ce11e99f" providerId="ADAL" clId="{375ACA70-C26F-4825-A925-AA60B44A12C0}" dt="2026-07-09T03:48:48.316" v="30922" actId="20577"/>
          <ac:spMkLst>
            <pc:docMk/>
            <pc:sldMk cId="728013250" sldId="311"/>
            <ac:spMk id="4" creationId="{EBD6BB92-EF74-D29A-D63C-EA83794A2C2C}"/>
          </ac:spMkLst>
        </pc:spChg>
        <pc:spChg chg="mod">
          <ac:chgData name="Ashish Chopra" userId="73b777bb-d56d-4042-ab11-fa04ce11e99f" providerId="ADAL" clId="{375ACA70-C26F-4825-A925-AA60B44A12C0}" dt="2026-07-09T03:52:36.305" v="30960" actId="14100"/>
          <ac:spMkLst>
            <pc:docMk/>
            <pc:sldMk cId="728013250" sldId="311"/>
            <ac:spMk id="7" creationId="{0270763A-3090-1124-BC25-750FF22B8469}"/>
          </ac:spMkLst>
        </pc:spChg>
        <pc:graphicFrameChg chg="del mod modGraphic">
          <ac:chgData name="Ashish Chopra" userId="73b777bb-d56d-4042-ab11-fa04ce11e99f" providerId="ADAL" clId="{375ACA70-C26F-4825-A925-AA60B44A12C0}" dt="2026-07-09T07:49:17.358" v="33236" actId="21"/>
          <ac:graphicFrameMkLst>
            <pc:docMk/>
            <pc:sldMk cId="728013250" sldId="311"/>
            <ac:graphicFrameMk id="8" creationId="{88C84747-750F-8BBA-8A7B-9FB66197BFF7}"/>
          </ac:graphicFrameMkLst>
        </pc:graphicFrameChg>
      </pc:sldChg>
      <pc:sldChg chg="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1526096939" sldId="311"/>
        </pc:sldMkLst>
      </pc:sldChg>
      <pc:sldChg chg="addSp del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2384508116" sldId="312"/>
        </pc:sldMkLst>
        <pc:spChg chg="mod">
          <ac:chgData name="Ashish Chopra" userId="73b777bb-d56d-4042-ab11-fa04ce11e99f" providerId="ADAL" clId="{375ACA70-C26F-4825-A925-AA60B44A12C0}" dt="2026-07-09T03:54:16.902" v="30981" actId="1076"/>
          <ac:spMkLst>
            <pc:docMk/>
            <pc:sldMk cId="2384508116" sldId="312"/>
            <ac:spMk id="3" creationId="{7240D8D1-A80B-0CBA-573E-A060B033EDF1}"/>
          </ac:spMkLst>
        </pc:spChg>
        <pc:spChg chg="mod">
          <ac:chgData name="Ashish Chopra" userId="73b777bb-d56d-4042-ab11-fa04ce11e99f" providerId="ADAL" clId="{375ACA70-C26F-4825-A925-AA60B44A12C0}" dt="2026-07-09T03:53:42.704" v="30973" actId="14100"/>
          <ac:spMkLst>
            <pc:docMk/>
            <pc:sldMk cId="2384508116" sldId="312"/>
            <ac:spMk id="5" creationId="{F3C8A5D3-EF71-A914-C13C-C0BF80C5F363}"/>
          </ac:spMkLst>
        </pc:spChg>
        <pc:spChg chg="add del mod">
          <ac:chgData name="Ashish Chopra" userId="73b777bb-d56d-4042-ab11-fa04ce11e99f" providerId="ADAL" clId="{375ACA70-C26F-4825-A925-AA60B44A12C0}" dt="2026-07-09T03:55:35.230" v="31007" actId="478"/>
          <ac:spMkLst>
            <pc:docMk/>
            <pc:sldMk cId="2384508116" sldId="312"/>
            <ac:spMk id="6" creationId="{18D2FD0F-B886-2F2A-B723-E47516528896}"/>
          </ac:spMkLst>
        </pc:spChg>
        <pc:spChg chg="mod">
          <ac:chgData name="Ashish Chopra" userId="73b777bb-d56d-4042-ab11-fa04ce11e99f" providerId="ADAL" clId="{375ACA70-C26F-4825-A925-AA60B44A12C0}" dt="2026-07-09T07:12:26.476" v="32181" actId="115"/>
          <ac:spMkLst>
            <pc:docMk/>
            <pc:sldMk cId="2384508116" sldId="312"/>
            <ac:spMk id="7" creationId="{3B6E5898-DE84-C306-D3FA-712941D552EB}"/>
          </ac:spMkLst>
        </pc:spChg>
        <pc:spChg chg="add mod">
          <ac:chgData name="Ashish Chopra" userId="73b777bb-d56d-4042-ab11-fa04ce11e99f" providerId="ADAL" clId="{375ACA70-C26F-4825-A925-AA60B44A12C0}" dt="2026-07-09T07:12:37.437" v="32187" actId="115"/>
          <ac:spMkLst>
            <pc:docMk/>
            <pc:sldMk cId="2384508116" sldId="312"/>
            <ac:spMk id="9" creationId="{4A10CCAD-DB6F-3897-2AF5-4B7B81BFC71B}"/>
          </ac:spMkLst>
        </pc:spChg>
        <pc:spChg chg="add mod">
          <ac:chgData name="Ashish Chopra" userId="73b777bb-d56d-4042-ab11-fa04ce11e99f" providerId="ADAL" clId="{375ACA70-C26F-4825-A925-AA60B44A12C0}" dt="2026-07-09T07:12:43.895" v="32188" actId="1076"/>
          <ac:spMkLst>
            <pc:docMk/>
            <pc:sldMk cId="2384508116" sldId="312"/>
            <ac:spMk id="11" creationId="{8DBCD401-225F-FCF7-EB82-4D128BB22B31}"/>
          </ac:spMkLst>
        </pc:spChg>
        <pc:graphicFrameChg chg="add del mod modGraphic">
          <ac:chgData name="Ashish Chopra" userId="73b777bb-d56d-4042-ab11-fa04ce11e99f" providerId="ADAL" clId="{375ACA70-C26F-4825-A925-AA60B44A12C0}" dt="2026-07-09T03:54:28.945" v="30985" actId="478"/>
          <ac:graphicFrameMkLst>
            <pc:docMk/>
            <pc:sldMk cId="2384508116" sldId="312"/>
            <ac:graphicFrameMk id="2" creationId="{816BBDF5-D957-A56B-A541-8A5E85AF1ACE}"/>
          </ac:graphicFrameMkLst>
        </pc:graphicFrameChg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3955296635" sldId="312"/>
        </pc:sldMkLst>
      </pc:sldChg>
      <pc:sldChg chg="addSp del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280802322" sldId="313"/>
        </pc:sldMkLst>
        <pc:spChg chg="mod">
          <ac:chgData name="Ashish Chopra" userId="73b777bb-d56d-4042-ab11-fa04ce11e99f" providerId="ADAL" clId="{375ACA70-C26F-4825-A925-AA60B44A12C0}" dt="2026-07-09T04:31:58.440" v="31232" actId="1076"/>
          <ac:spMkLst>
            <pc:docMk/>
            <pc:sldMk cId="280802322" sldId="313"/>
            <ac:spMk id="3" creationId="{84875E54-1974-EEA8-5C11-9ADA50876E91}"/>
          </ac:spMkLst>
        </pc:spChg>
        <pc:spChg chg="add del mod">
          <ac:chgData name="Ashish Chopra" userId="73b777bb-d56d-4042-ab11-fa04ce11e99f" providerId="ADAL" clId="{375ACA70-C26F-4825-A925-AA60B44A12C0}" dt="2026-07-09T04:34:50.828" v="31289" actId="478"/>
          <ac:spMkLst>
            <pc:docMk/>
            <pc:sldMk cId="280802322" sldId="313"/>
            <ac:spMk id="4" creationId="{39BF37B6-90A6-3FAA-7625-5284630F0217}"/>
          </ac:spMkLst>
        </pc:spChg>
        <pc:spChg chg="mod">
          <ac:chgData name="Ashish Chopra" userId="73b777bb-d56d-4042-ab11-fa04ce11e99f" providerId="ADAL" clId="{375ACA70-C26F-4825-A925-AA60B44A12C0}" dt="2026-07-09T04:32:16.006" v="31252" actId="1035"/>
          <ac:spMkLst>
            <pc:docMk/>
            <pc:sldMk cId="280802322" sldId="313"/>
            <ac:spMk id="5" creationId="{45ECEDAA-1C8A-8930-81FD-CAD5F74FF98D}"/>
          </ac:spMkLst>
        </pc:spChg>
        <pc:spChg chg="del mod">
          <ac:chgData name="Ashish Chopra" userId="73b777bb-d56d-4042-ab11-fa04ce11e99f" providerId="ADAL" clId="{375ACA70-C26F-4825-A925-AA60B44A12C0}" dt="2026-07-09T04:34:36.714" v="31279" actId="478"/>
          <ac:spMkLst>
            <pc:docMk/>
            <pc:sldMk cId="280802322" sldId="313"/>
            <ac:spMk id="7" creationId="{FB012BF6-DF26-E794-1679-E160A0574F0F}"/>
          </ac:spMkLst>
        </pc:spChg>
        <pc:spChg chg="add mod">
          <ac:chgData name="Ashish Chopra" userId="73b777bb-d56d-4042-ab11-fa04ce11e99f" providerId="ADAL" clId="{375ACA70-C26F-4825-A925-AA60B44A12C0}" dt="2026-07-09T04:46:16.640" v="31595" actId="6549"/>
          <ac:spMkLst>
            <pc:docMk/>
            <pc:sldMk cId="280802322" sldId="313"/>
            <ac:spMk id="8" creationId="{74BA0FF9-0100-52F9-68C3-941F89EDCC8C}"/>
          </ac:spMkLst>
        </pc:spChg>
        <pc:spChg chg="del">
          <ac:chgData name="Ashish Chopra" userId="73b777bb-d56d-4042-ab11-fa04ce11e99f" providerId="ADAL" clId="{375ACA70-C26F-4825-A925-AA60B44A12C0}" dt="2026-07-09T04:31:48.113" v="31230" actId="478"/>
          <ac:spMkLst>
            <pc:docMk/>
            <pc:sldMk cId="280802322" sldId="313"/>
            <ac:spMk id="9" creationId="{368C286D-C3C6-92C0-351F-B359B3C8888C}"/>
          </ac:spMkLst>
        </pc:spChg>
        <pc:spChg chg="del">
          <ac:chgData name="Ashish Chopra" userId="73b777bb-d56d-4042-ab11-fa04ce11e99f" providerId="ADAL" clId="{375ACA70-C26F-4825-A925-AA60B44A12C0}" dt="2026-07-09T04:31:50.431" v="31231" actId="478"/>
          <ac:spMkLst>
            <pc:docMk/>
            <pc:sldMk cId="280802322" sldId="313"/>
            <ac:spMk id="11" creationId="{A431C19F-18E7-F1B0-3D35-11A76A1B5FAA}"/>
          </ac:spMkLst>
        </pc:spChg>
        <pc:spChg chg="add del mod">
          <ac:chgData name="Ashish Chopra" userId="73b777bb-d56d-4042-ab11-fa04ce11e99f" providerId="ADAL" clId="{375ACA70-C26F-4825-A925-AA60B44A12C0}" dt="2026-07-09T04:41:55.974" v="31433" actId="478"/>
          <ac:spMkLst>
            <pc:docMk/>
            <pc:sldMk cId="280802322" sldId="313"/>
            <ac:spMk id="13" creationId="{DFC2A612-664F-FB94-CD7D-DE5E7BD5CA15}"/>
          </ac:spMkLst>
        </pc:spChg>
        <pc:spChg chg="add mod">
          <ac:chgData name="Ashish Chopra" userId="73b777bb-d56d-4042-ab11-fa04ce11e99f" providerId="ADAL" clId="{375ACA70-C26F-4825-A925-AA60B44A12C0}" dt="2026-07-09T04:46:11.929" v="31594" actId="1035"/>
          <ac:spMkLst>
            <pc:docMk/>
            <pc:sldMk cId="280802322" sldId="313"/>
            <ac:spMk id="15" creationId="{7E4AAF69-B070-D40D-3AAD-732116A7C9FD}"/>
          </ac:spMkLst>
        </pc:spChg>
        <pc:spChg chg="add mod">
          <ac:chgData name="Ashish Chopra" userId="73b777bb-d56d-4042-ab11-fa04ce11e99f" providerId="ADAL" clId="{375ACA70-C26F-4825-A925-AA60B44A12C0}" dt="2026-07-09T04:46:11.929" v="31594" actId="1035"/>
          <ac:spMkLst>
            <pc:docMk/>
            <pc:sldMk cId="280802322" sldId="313"/>
            <ac:spMk id="17" creationId="{09FAD3D9-6638-757A-B76D-AE3CAA6E783A}"/>
          </ac:spMkLst>
        </pc:spChg>
        <pc:graphicFrameChg chg="add mod modGraphic">
          <ac:chgData name="Ashish Chopra" userId="73b777bb-d56d-4042-ab11-fa04ce11e99f" providerId="ADAL" clId="{375ACA70-C26F-4825-A925-AA60B44A12C0}" dt="2026-07-09T07:12:56.263" v="32190"/>
          <ac:graphicFrameMkLst>
            <pc:docMk/>
            <pc:sldMk cId="280802322" sldId="313"/>
            <ac:graphicFrameMk id="10" creationId="{5E4204B6-2633-7620-38EA-51658E6432A0}"/>
          </ac:graphicFrameMkLst>
        </pc:graphicFrameChg>
      </pc:sldChg>
      <pc:sldChg chg="addSp 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3704887707" sldId="313"/>
        </pc:sldMkLst>
      </pc:sldChg>
      <pc:sldChg chg="addSp del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1405982087" sldId="314"/>
        </pc:sldMkLst>
        <pc:spChg chg="mod">
          <ac:chgData name="Ashish Chopra" userId="73b777bb-d56d-4042-ab11-fa04ce11e99f" providerId="ADAL" clId="{375ACA70-C26F-4825-A925-AA60B44A12C0}" dt="2026-07-09T06:37:40.812" v="31882" actId="20577"/>
          <ac:spMkLst>
            <pc:docMk/>
            <pc:sldMk cId="1405982087" sldId="314"/>
            <ac:spMk id="6" creationId="{4983A5C3-02F7-6456-E897-B3D53771E461}"/>
          </ac:spMkLst>
        </pc:spChg>
        <pc:spChg chg="mod">
          <ac:chgData name="Ashish Chopra" userId="73b777bb-d56d-4042-ab11-fa04ce11e99f" providerId="ADAL" clId="{375ACA70-C26F-4825-A925-AA60B44A12C0}" dt="2026-07-09T06:37:51.960" v="31887" actId="14100"/>
          <ac:spMkLst>
            <pc:docMk/>
            <pc:sldMk cId="1405982087" sldId="314"/>
            <ac:spMk id="9" creationId="{952B2625-2780-61CE-ED5D-25890CE4F5E6}"/>
          </ac:spMkLst>
        </pc:spChg>
        <pc:graphicFrameChg chg="add mod modGraphic">
          <ac:chgData name="Ashish Chopra" userId="73b777bb-d56d-4042-ab11-fa04ce11e99f" providerId="ADAL" clId="{375ACA70-C26F-4825-A925-AA60B44A12C0}" dt="2026-07-09T07:08:57.157" v="32150" actId="1037"/>
          <ac:graphicFrameMkLst>
            <pc:docMk/>
            <pc:sldMk cId="1405982087" sldId="314"/>
            <ac:graphicFrameMk id="2" creationId="{60D50C9F-A53F-CED7-085A-2689191E4582}"/>
          </ac:graphicFrameMkLst>
        </pc:graphicFrameChg>
        <pc:picChg chg="del">
          <ac:chgData name="Ashish Chopra" userId="73b777bb-d56d-4042-ab11-fa04ce11e99f" providerId="ADAL" clId="{375ACA70-C26F-4825-A925-AA60B44A12C0}" dt="2026-07-09T06:32:10.020" v="31790" actId="478"/>
          <ac:picMkLst>
            <pc:docMk/>
            <pc:sldMk cId="1405982087" sldId="314"/>
            <ac:picMk id="3" creationId="{0546D765-3BBB-5B5A-0A15-D757FF6CAA09}"/>
          </ac:picMkLst>
        </pc:picChg>
        <pc:picChg chg="del">
          <ac:chgData name="Ashish Chopra" userId="73b777bb-d56d-4042-ab11-fa04ce11e99f" providerId="ADAL" clId="{375ACA70-C26F-4825-A925-AA60B44A12C0}" dt="2026-07-09T06:32:08.668" v="31789" actId="478"/>
          <ac:picMkLst>
            <pc:docMk/>
            <pc:sldMk cId="1405982087" sldId="314"/>
            <ac:picMk id="10" creationId="{F73D5C8D-DD45-E8BA-89E0-C7126AB00669}"/>
          </ac:picMkLst>
        </pc:picChg>
      </pc:sldChg>
      <pc:sldChg chg="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3409326560" sldId="314"/>
        </pc:sldMkLst>
      </pc:sldChg>
      <pc:sldChg chg="delSp modSp add del mod setBg">
        <pc:chgData name="Ashish Chopra" userId="73b777bb-d56d-4042-ab11-fa04ce11e99f" providerId="ADAL" clId="{375ACA70-C26F-4825-A925-AA60B44A12C0}" dt="2026-07-09T02:22:15.151" v="29970" actId="47"/>
        <pc:sldMkLst>
          <pc:docMk/>
          <pc:sldMk cId="677029876" sldId="315"/>
        </pc:sldMkLst>
      </pc:sldChg>
      <pc:sldChg chg="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3294651230" sldId="315"/>
        </pc:sldMkLst>
        <pc:graphicFrameChg chg="mod modGraphic">
          <ac:chgData name="Ashish Chopra" userId="73b777bb-d56d-4042-ab11-fa04ce11e99f" providerId="ADAL" clId="{375ACA70-C26F-4825-A925-AA60B44A12C0}" dt="2026-07-09T07:09:44.083" v="32159" actId="20577"/>
          <ac:graphicFrameMkLst>
            <pc:docMk/>
            <pc:sldMk cId="3294651230" sldId="315"/>
            <ac:graphicFrameMk id="2" creationId="{3F4D0823-69DF-1012-3FB6-7F389C349A6D}"/>
          </ac:graphicFrameMkLst>
        </pc:graphicFrameChg>
      </pc:sldChg>
      <pc:sldChg chg="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2550590557" sldId="316"/>
        </pc:sldMkLst>
        <pc:spChg chg="mod">
          <ac:chgData name="Ashish Chopra" userId="73b777bb-d56d-4042-ab11-fa04ce11e99f" providerId="ADAL" clId="{375ACA70-C26F-4825-A925-AA60B44A12C0}" dt="2026-07-09T07:13:28.459" v="32208" actId="20577"/>
          <ac:spMkLst>
            <pc:docMk/>
            <pc:sldMk cId="2550590557" sldId="316"/>
            <ac:spMk id="3" creationId="{AAF69FF6-0ADE-5D01-874E-20B4BC89BD73}"/>
          </ac:spMkLst>
        </pc:spChg>
        <pc:spChg chg="mod">
          <ac:chgData name="Ashish Chopra" userId="73b777bb-d56d-4042-ab11-fa04ce11e99f" providerId="ADAL" clId="{375ACA70-C26F-4825-A925-AA60B44A12C0}" dt="2026-07-09T07:13:41.341" v="32210" actId="14100"/>
          <ac:spMkLst>
            <pc:docMk/>
            <pc:sldMk cId="2550590557" sldId="316"/>
            <ac:spMk id="5" creationId="{DA7E60CA-5764-61B2-52A3-FF95802B39A4}"/>
          </ac:spMkLst>
        </pc:spChg>
      </pc:sldChg>
      <pc:sldChg chg="addSp delSp modSp add del mod">
        <pc:chgData name="Ashish Chopra" userId="73b777bb-d56d-4042-ab11-fa04ce11e99f" providerId="ADAL" clId="{375ACA70-C26F-4825-A925-AA60B44A12C0}" dt="2026-07-09T02:22:15.151" v="29970" actId="47"/>
        <pc:sldMkLst>
          <pc:docMk/>
          <pc:sldMk cId="3924675347" sldId="316"/>
        </pc:sldMkLst>
      </pc:sldChg>
      <pc:sldChg chg="addSp delSp modSp add del mod">
        <pc:chgData name="Ashish Chopra" userId="73b777bb-d56d-4042-ab11-fa04ce11e99f" providerId="ADAL" clId="{375ACA70-C26F-4825-A925-AA60B44A12C0}" dt="2026-07-09T02:22:15.151" v="29970" actId="47"/>
        <pc:sldMkLst>
          <pc:docMk/>
          <pc:sldMk cId="1041956338" sldId="317"/>
        </pc:sldMkLst>
      </pc:sldChg>
      <pc:sldChg chg="addSp delSp modSp add del mod">
        <pc:chgData name="Ashish Chopra" userId="73b777bb-d56d-4042-ab11-fa04ce11e99f" providerId="ADAL" clId="{375ACA70-C26F-4825-A925-AA60B44A12C0}" dt="2026-07-09T22:43:06.959" v="34005" actId="47"/>
        <pc:sldMkLst>
          <pc:docMk/>
          <pc:sldMk cId="3311320259" sldId="317"/>
        </pc:sldMkLst>
        <pc:spChg chg="add mod">
          <ac:chgData name="Ashish Chopra" userId="73b777bb-d56d-4042-ab11-fa04ce11e99f" providerId="ADAL" clId="{375ACA70-C26F-4825-A925-AA60B44A12C0}" dt="2026-07-09T07:59:59.434" v="33595" actId="14100"/>
          <ac:spMkLst>
            <pc:docMk/>
            <pc:sldMk cId="3311320259" sldId="317"/>
            <ac:spMk id="2" creationId="{FA53224E-DCBD-3B0A-D17F-4F690688D9B5}"/>
          </ac:spMkLst>
        </pc:spChg>
        <pc:spChg chg="mod">
          <ac:chgData name="Ashish Chopra" userId="73b777bb-d56d-4042-ab11-fa04ce11e99f" providerId="ADAL" clId="{375ACA70-C26F-4825-A925-AA60B44A12C0}" dt="2026-07-09T07:32:15.019" v="33225" actId="1076"/>
          <ac:spMkLst>
            <pc:docMk/>
            <pc:sldMk cId="3311320259" sldId="317"/>
            <ac:spMk id="3" creationId="{462F4706-0C73-C380-D0DB-76B4F19606B6}"/>
          </ac:spMkLst>
        </pc:spChg>
        <pc:spChg chg="mod">
          <ac:chgData name="Ashish Chopra" userId="73b777bb-d56d-4042-ab11-fa04ce11e99f" providerId="ADAL" clId="{375ACA70-C26F-4825-A925-AA60B44A12C0}" dt="2026-07-09T07:14:09.606" v="32318" actId="1038"/>
          <ac:spMkLst>
            <pc:docMk/>
            <pc:sldMk cId="3311320259" sldId="317"/>
            <ac:spMk id="5" creationId="{74602065-EFB9-4A3D-6F8A-ED42FD109199}"/>
          </ac:spMkLst>
        </pc:spChg>
        <pc:spChg chg="add mod">
          <ac:chgData name="Ashish Chopra" userId="73b777bb-d56d-4042-ab11-fa04ce11e99f" providerId="ADAL" clId="{375ACA70-C26F-4825-A925-AA60B44A12C0}" dt="2026-07-09T07:22:43.613" v="32691" actId="207"/>
          <ac:spMkLst>
            <pc:docMk/>
            <pc:sldMk cId="3311320259" sldId="317"/>
            <ac:spMk id="6" creationId="{EF7A3950-FDFA-38B3-DE01-BCDDA824B765}"/>
          </ac:spMkLst>
        </pc:spChg>
        <pc:spChg chg="add mod">
          <ac:chgData name="Ashish Chopra" userId="73b777bb-d56d-4042-ab11-fa04ce11e99f" providerId="ADAL" clId="{375ACA70-C26F-4825-A925-AA60B44A12C0}" dt="2026-07-09T07:28:43.894" v="33086" actId="1038"/>
          <ac:spMkLst>
            <pc:docMk/>
            <pc:sldMk cId="3311320259" sldId="317"/>
            <ac:spMk id="8" creationId="{2C91E6F9-3592-6C79-C583-FF086FA087EE}"/>
          </ac:spMkLst>
        </pc:spChg>
        <pc:spChg chg="add mod">
          <ac:chgData name="Ashish Chopra" userId="73b777bb-d56d-4042-ab11-fa04ce11e99f" providerId="ADAL" clId="{375ACA70-C26F-4825-A925-AA60B44A12C0}" dt="2026-07-09T07:55:13.679" v="33290" actId="1076"/>
          <ac:spMkLst>
            <pc:docMk/>
            <pc:sldMk cId="3311320259" sldId="317"/>
            <ac:spMk id="10" creationId="{2013D71D-F886-4A30-3D37-10568ABF933A}"/>
          </ac:spMkLst>
        </pc:spChg>
        <pc:spChg chg="add mod ord">
          <ac:chgData name="Ashish Chopra" userId="73b777bb-d56d-4042-ab11-fa04ce11e99f" providerId="ADAL" clId="{375ACA70-C26F-4825-A925-AA60B44A12C0}" dt="2026-07-09T07:28:23.016" v="33064" actId="20577"/>
          <ac:spMkLst>
            <pc:docMk/>
            <pc:sldMk cId="3311320259" sldId="317"/>
            <ac:spMk id="12" creationId="{1C433CA9-6A68-A851-1FC7-29EF8BDA6E19}"/>
          </ac:spMkLst>
        </pc:spChg>
        <pc:spChg chg="add mod">
          <ac:chgData name="Ashish Chopra" userId="73b777bb-d56d-4042-ab11-fa04ce11e99f" providerId="ADAL" clId="{375ACA70-C26F-4825-A925-AA60B44A12C0}" dt="2026-07-09T07:28:43.894" v="33086" actId="1038"/>
          <ac:spMkLst>
            <pc:docMk/>
            <pc:sldMk cId="3311320259" sldId="317"/>
            <ac:spMk id="13" creationId="{385130F6-1B23-F40A-FFCC-DEEB5B9ECE61}"/>
          </ac:spMkLst>
        </pc:spChg>
        <pc:spChg chg="add mod">
          <ac:chgData name="Ashish Chopra" userId="73b777bb-d56d-4042-ab11-fa04ce11e99f" providerId="ADAL" clId="{375ACA70-C26F-4825-A925-AA60B44A12C0}" dt="2026-07-09T07:27:15.661" v="32944" actId="1036"/>
          <ac:spMkLst>
            <pc:docMk/>
            <pc:sldMk cId="3311320259" sldId="317"/>
            <ac:spMk id="15" creationId="{9F0A1982-4035-E9E1-15BB-A0E6033AAFCB}"/>
          </ac:spMkLst>
        </pc:spChg>
        <pc:spChg chg="add mod">
          <ac:chgData name="Ashish Chopra" userId="73b777bb-d56d-4042-ab11-fa04ce11e99f" providerId="ADAL" clId="{375ACA70-C26F-4825-A925-AA60B44A12C0}" dt="2026-07-09T08:00:39.164" v="33614" actId="1037"/>
          <ac:spMkLst>
            <pc:docMk/>
            <pc:sldMk cId="3311320259" sldId="317"/>
            <ac:spMk id="17" creationId="{4D496DC9-1B7D-7D53-8365-6536023247A8}"/>
          </ac:spMkLst>
        </pc:spChg>
        <pc:spChg chg="add mod">
          <ac:chgData name="Ashish Chopra" userId="73b777bb-d56d-4042-ab11-fa04ce11e99f" providerId="ADAL" clId="{375ACA70-C26F-4825-A925-AA60B44A12C0}" dt="2026-07-09T07:28:43.894" v="33086" actId="1038"/>
          <ac:spMkLst>
            <pc:docMk/>
            <pc:sldMk cId="3311320259" sldId="317"/>
            <ac:spMk id="18" creationId="{7CCDD653-729F-DC86-83F6-E252DA06C5CB}"/>
          </ac:spMkLst>
        </pc:spChg>
        <pc:spChg chg="add mod">
          <ac:chgData name="Ashish Chopra" userId="73b777bb-d56d-4042-ab11-fa04ce11e99f" providerId="ADAL" clId="{375ACA70-C26F-4825-A925-AA60B44A12C0}" dt="2026-07-09T07:28:43.894" v="33086" actId="1038"/>
          <ac:spMkLst>
            <pc:docMk/>
            <pc:sldMk cId="3311320259" sldId="317"/>
            <ac:spMk id="19" creationId="{B9DD2AA9-E76B-F05B-AA19-1CA6F98E0061}"/>
          </ac:spMkLst>
        </pc:spChg>
        <pc:spChg chg="add del mod">
          <ac:chgData name="Ashish Chopra" userId="73b777bb-d56d-4042-ab11-fa04ce11e99f" providerId="ADAL" clId="{375ACA70-C26F-4825-A925-AA60B44A12C0}" dt="2026-07-09T07:24:19.891" v="32731" actId="478"/>
          <ac:spMkLst>
            <pc:docMk/>
            <pc:sldMk cId="3311320259" sldId="317"/>
            <ac:spMk id="20" creationId="{02C3A7A0-B249-3AC3-2BC2-3CF3E6BAB60D}"/>
          </ac:spMkLst>
        </pc:spChg>
        <pc:spChg chg="add mod">
          <ac:chgData name="Ashish Chopra" userId="73b777bb-d56d-4042-ab11-fa04ce11e99f" providerId="ADAL" clId="{375ACA70-C26F-4825-A925-AA60B44A12C0}" dt="2026-07-09T07:59:07.623" v="33591" actId="1037"/>
          <ac:spMkLst>
            <pc:docMk/>
            <pc:sldMk cId="3311320259" sldId="317"/>
            <ac:spMk id="20" creationId="{A5033783-0664-59E8-7677-FC3FEDD99A87}"/>
          </ac:spMkLst>
        </pc:spChg>
        <pc:spChg chg="add mod">
          <ac:chgData name="Ashish Chopra" userId="73b777bb-d56d-4042-ab11-fa04ce11e99f" providerId="ADAL" clId="{375ACA70-C26F-4825-A925-AA60B44A12C0}" dt="2026-07-09T07:22:52.028" v="32692" actId="207"/>
          <ac:spMkLst>
            <pc:docMk/>
            <pc:sldMk cId="3311320259" sldId="317"/>
            <ac:spMk id="22" creationId="{4038162F-040A-80AD-9D30-45D3A0477D26}"/>
          </ac:spMkLst>
        </pc:spChg>
        <pc:spChg chg="add del mod">
          <ac:chgData name="Ashish Chopra" userId="73b777bb-d56d-4042-ab11-fa04ce11e99f" providerId="ADAL" clId="{375ACA70-C26F-4825-A925-AA60B44A12C0}" dt="2026-07-09T07:20:23.783" v="32618" actId="478"/>
          <ac:spMkLst>
            <pc:docMk/>
            <pc:sldMk cId="3311320259" sldId="317"/>
            <ac:spMk id="23" creationId="{2DB620EB-20DC-1A38-BF9F-DED5B617F22D}"/>
          </ac:spMkLst>
        </pc:spChg>
        <pc:spChg chg="add mod">
          <ac:chgData name="Ashish Chopra" userId="73b777bb-d56d-4042-ab11-fa04ce11e99f" providerId="ADAL" clId="{375ACA70-C26F-4825-A925-AA60B44A12C0}" dt="2026-07-09T07:58:49.818" v="33560" actId="1037"/>
          <ac:spMkLst>
            <pc:docMk/>
            <pc:sldMk cId="3311320259" sldId="317"/>
            <ac:spMk id="23" creationId="{98BBAD2F-9236-7F50-F3E3-32DEFA53B1AA}"/>
          </ac:spMkLst>
        </pc:spChg>
        <pc:spChg chg="add del mod">
          <ac:chgData name="Ashish Chopra" userId="73b777bb-d56d-4042-ab11-fa04ce11e99f" providerId="ADAL" clId="{375ACA70-C26F-4825-A925-AA60B44A12C0}" dt="2026-07-09T07:20:23.783" v="32618" actId="478"/>
          <ac:spMkLst>
            <pc:docMk/>
            <pc:sldMk cId="3311320259" sldId="317"/>
            <ac:spMk id="25" creationId="{C580BAB6-2929-1937-5078-D123F95A46EA}"/>
          </ac:spMkLst>
        </pc:spChg>
        <pc:spChg chg="add mod">
          <ac:chgData name="Ashish Chopra" userId="73b777bb-d56d-4042-ab11-fa04ce11e99f" providerId="ADAL" clId="{375ACA70-C26F-4825-A925-AA60B44A12C0}" dt="2026-07-09T07:58:52.981" v="33568" actId="1037"/>
          <ac:spMkLst>
            <pc:docMk/>
            <pc:sldMk cId="3311320259" sldId="317"/>
            <ac:spMk id="27" creationId="{55371350-B13E-0590-BA1F-6F9AA726A2CD}"/>
          </ac:spMkLst>
        </pc:spChg>
        <pc:spChg chg="add del mod">
          <ac:chgData name="Ashish Chopra" userId="73b777bb-d56d-4042-ab11-fa04ce11e99f" providerId="ADAL" clId="{375ACA70-C26F-4825-A925-AA60B44A12C0}" dt="2026-07-09T07:20:23.783" v="32618" actId="478"/>
          <ac:spMkLst>
            <pc:docMk/>
            <pc:sldMk cId="3311320259" sldId="317"/>
            <ac:spMk id="27" creationId="{AD210FDD-E799-D6BE-DC14-56EBF29578B4}"/>
          </ac:spMkLst>
        </pc:spChg>
        <pc:spChg chg="add mod">
          <ac:chgData name="Ashish Chopra" userId="73b777bb-d56d-4042-ab11-fa04ce11e99f" providerId="ADAL" clId="{375ACA70-C26F-4825-A925-AA60B44A12C0}" dt="2026-07-09T07:22:52.028" v="32692" actId="207"/>
          <ac:spMkLst>
            <pc:docMk/>
            <pc:sldMk cId="3311320259" sldId="317"/>
            <ac:spMk id="29" creationId="{4C6713E0-DBDE-8794-4FDC-EA25F3703EC6}"/>
          </ac:spMkLst>
        </pc:spChg>
        <pc:spChg chg="add mod">
          <ac:chgData name="Ashish Chopra" userId="73b777bb-d56d-4042-ab11-fa04ce11e99f" providerId="ADAL" clId="{375ACA70-C26F-4825-A925-AA60B44A12C0}" dt="2026-07-09T07:32:19.762" v="33235" actId="1038"/>
          <ac:spMkLst>
            <pc:docMk/>
            <pc:sldMk cId="3311320259" sldId="317"/>
            <ac:spMk id="30" creationId="{9C289466-170C-7177-1024-BE1B1D6CDA6A}"/>
          </ac:spMkLst>
        </pc:spChg>
        <pc:spChg chg="add del mod">
          <ac:chgData name="Ashish Chopra" userId="73b777bb-d56d-4042-ab11-fa04ce11e99f" providerId="ADAL" clId="{375ACA70-C26F-4825-A925-AA60B44A12C0}" dt="2026-07-09T07:22:00.315" v="32635" actId="478"/>
          <ac:spMkLst>
            <pc:docMk/>
            <pc:sldMk cId="3311320259" sldId="317"/>
            <ac:spMk id="32" creationId="{E3628895-7D5F-0CCA-7CEC-3C6A94327729}"/>
          </ac:spMkLst>
        </pc:spChg>
        <pc:spChg chg="add mod">
          <ac:chgData name="Ashish Chopra" userId="73b777bb-d56d-4042-ab11-fa04ce11e99f" providerId="ADAL" clId="{375ACA70-C26F-4825-A925-AA60B44A12C0}" dt="2026-07-09T07:32:19.762" v="33235" actId="1038"/>
          <ac:spMkLst>
            <pc:docMk/>
            <pc:sldMk cId="3311320259" sldId="317"/>
            <ac:spMk id="33" creationId="{AD96D929-78AF-224F-7582-70A126C37654}"/>
          </ac:spMkLst>
        </pc:spChg>
        <pc:spChg chg="add mod">
          <ac:chgData name="Ashish Chopra" userId="73b777bb-d56d-4042-ab11-fa04ce11e99f" providerId="ADAL" clId="{375ACA70-C26F-4825-A925-AA60B44A12C0}" dt="2026-07-09T07:32:19.762" v="33235" actId="1038"/>
          <ac:spMkLst>
            <pc:docMk/>
            <pc:sldMk cId="3311320259" sldId="317"/>
            <ac:spMk id="39" creationId="{16E90DFF-7B3B-E713-1954-2850FD556672}"/>
          </ac:spMkLst>
        </pc:spChg>
        <pc:spChg chg="add mod">
          <ac:chgData name="Ashish Chopra" userId="73b777bb-d56d-4042-ab11-fa04ce11e99f" providerId="ADAL" clId="{375ACA70-C26F-4825-A925-AA60B44A12C0}" dt="2026-07-09T07:32:19.762" v="33235" actId="1038"/>
          <ac:spMkLst>
            <pc:docMk/>
            <pc:sldMk cId="3311320259" sldId="317"/>
            <ac:spMk id="41" creationId="{2A87F7BF-EC92-371B-EC39-3DC5C2BE1E9A}"/>
          </ac:spMkLst>
        </pc:spChg>
        <pc:spChg chg="add mod">
          <ac:chgData name="Ashish Chopra" userId="73b777bb-d56d-4042-ab11-fa04ce11e99f" providerId="ADAL" clId="{375ACA70-C26F-4825-A925-AA60B44A12C0}" dt="2026-07-09T08:00:39.164" v="33614" actId="1037"/>
          <ac:spMkLst>
            <pc:docMk/>
            <pc:sldMk cId="3311320259" sldId="317"/>
            <ac:spMk id="45" creationId="{ACE00517-90D0-A415-E9CB-BC929F248A30}"/>
          </ac:spMkLst>
        </pc:spChg>
        <pc:spChg chg="add mod ord">
          <ac:chgData name="Ashish Chopra" userId="73b777bb-d56d-4042-ab11-fa04ce11e99f" providerId="ADAL" clId="{375ACA70-C26F-4825-A925-AA60B44A12C0}" dt="2026-07-09T07:56:49.269" v="33373" actId="1076"/>
          <ac:spMkLst>
            <pc:docMk/>
            <pc:sldMk cId="3311320259" sldId="317"/>
            <ac:spMk id="47" creationId="{97B88357-E75B-8204-0487-2D97C690CC74}"/>
          </ac:spMkLst>
        </pc:spChg>
        <pc:spChg chg="add mod">
          <ac:chgData name="Ashish Chopra" userId="73b777bb-d56d-4042-ab11-fa04ce11e99f" providerId="ADAL" clId="{375ACA70-C26F-4825-A925-AA60B44A12C0}" dt="2026-07-09T08:00:20.930" v="33612" actId="20577"/>
          <ac:spMkLst>
            <pc:docMk/>
            <pc:sldMk cId="3311320259" sldId="317"/>
            <ac:spMk id="49" creationId="{1320EBC5-1DA9-1CC0-EFC2-20D79353CE21}"/>
          </ac:spMkLst>
        </pc:spChg>
        <pc:spChg chg="add mod">
          <ac:chgData name="Ashish Chopra" userId="73b777bb-d56d-4042-ab11-fa04ce11e99f" providerId="ADAL" clId="{375ACA70-C26F-4825-A925-AA60B44A12C0}" dt="2026-07-09T07:32:19.762" v="33235" actId="1038"/>
          <ac:spMkLst>
            <pc:docMk/>
            <pc:sldMk cId="3311320259" sldId="317"/>
            <ac:spMk id="51" creationId="{7AA8F2F6-C2B8-14A1-93D7-744CAC5CD779}"/>
          </ac:spMkLst>
        </pc:spChg>
        <pc:spChg chg="add mod">
          <ac:chgData name="Ashish Chopra" userId="73b777bb-d56d-4042-ab11-fa04ce11e99f" providerId="ADAL" clId="{375ACA70-C26F-4825-A925-AA60B44A12C0}" dt="2026-07-09T07:32:19.762" v="33235" actId="1038"/>
          <ac:spMkLst>
            <pc:docMk/>
            <pc:sldMk cId="3311320259" sldId="317"/>
            <ac:spMk id="53" creationId="{9792B2CF-712B-288F-82C6-EF1DB896227A}"/>
          </ac:spMkLst>
        </pc:spChg>
        <pc:picChg chg="add mod">
          <ac:chgData name="Ashish Chopra" userId="73b777bb-d56d-4042-ab11-fa04ce11e99f" providerId="ADAL" clId="{375ACA70-C26F-4825-A925-AA60B44A12C0}" dt="2026-07-09T08:00:05.154" v="33597" actId="14100"/>
          <ac:picMkLst>
            <pc:docMk/>
            <pc:sldMk cId="3311320259" sldId="317"/>
            <ac:picMk id="7" creationId="{A6CCB27F-32A9-E0E4-AABE-3D986FDD2A1C}"/>
          </ac:picMkLst>
        </pc:picChg>
        <pc:picChg chg="add mod">
          <ac:chgData name="Ashish Chopra" userId="73b777bb-d56d-4042-ab11-fa04ce11e99f" providerId="ADAL" clId="{375ACA70-C26F-4825-A925-AA60B44A12C0}" dt="2026-07-09T07:59:07.623" v="33591" actId="1037"/>
          <ac:picMkLst>
            <pc:docMk/>
            <pc:sldMk cId="3311320259" sldId="317"/>
            <ac:picMk id="9" creationId="{FBD5B38E-D7F3-FA51-00AE-0EFD831503E5}"/>
          </ac:picMkLst>
        </pc:picChg>
        <pc:picChg chg="add mod">
          <ac:chgData name="Ashish Chopra" userId="73b777bb-d56d-4042-ab11-fa04ce11e99f" providerId="ADAL" clId="{375ACA70-C26F-4825-A925-AA60B44A12C0}" dt="2026-07-09T07:58:49.818" v="33560" actId="1037"/>
          <ac:picMkLst>
            <pc:docMk/>
            <pc:sldMk cId="3311320259" sldId="317"/>
            <ac:picMk id="14" creationId="{6557266B-330C-5E61-F954-2C763C539AAB}"/>
          </ac:picMkLst>
        </pc:picChg>
        <pc:picChg chg="add mod">
          <ac:chgData name="Ashish Chopra" userId="73b777bb-d56d-4042-ab11-fa04ce11e99f" providerId="ADAL" clId="{375ACA70-C26F-4825-A925-AA60B44A12C0}" dt="2026-07-09T07:58:56.939" v="33578" actId="1037"/>
          <ac:picMkLst>
            <pc:docMk/>
            <pc:sldMk cId="3311320259" sldId="317"/>
            <ac:picMk id="25" creationId="{E674539D-3710-6073-1F2B-DC9C2385A833}"/>
          </ac:picMkLst>
        </pc:picChg>
        <pc:picChg chg="add mod">
          <ac:chgData name="Ashish Chopra" userId="73b777bb-d56d-4042-ab11-fa04ce11e99f" providerId="ADAL" clId="{375ACA70-C26F-4825-A925-AA60B44A12C0}" dt="2026-07-09T07:24:31.319" v="32735" actId="14100"/>
          <ac:picMkLst>
            <pc:docMk/>
            <pc:sldMk cId="3311320259" sldId="317"/>
            <ac:picMk id="35" creationId="{81A2AFE5-263D-B607-34CA-97569EE47F46}"/>
          </ac:picMkLst>
        </pc:picChg>
        <pc:picChg chg="add mod">
          <ac:chgData name="Ashish Chopra" userId="73b777bb-d56d-4042-ab11-fa04ce11e99f" providerId="ADAL" clId="{375ACA70-C26F-4825-A925-AA60B44A12C0}" dt="2026-07-09T07:59:40.467" v="33594" actId="1035"/>
          <ac:picMkLst>
            <pc:docMk/>
            <pc:sldMk cId="3311320259" sldId="317"/>
            <ac:picMk id="37" creationId="{2D9AC5A0-28DC-6555-3744-6288EEBFF430}"/>
          </ac:picMkLst>
        </pc:picChg>
        <pc:picChg chg="add mod">
          <ac:chgData name="Ashish Chopra" userId="73b777bb-d56d-4042-ab11-fa04ce11e99f" providerId="ADAL" clId="{375ACA70-C26F-4825-A925-AA60B44A12C0}" dt="2026-07-09T07:59:40.467" v="33594" actId="1035"/>
          <ac:picMkLst>
            <pc:docMk/>
            <pc:sldMk cId="3311320259" sldId="317"/>
            <ac:picMk id="43" creationId="{20C84D19-8B28-164A-2233-84F33AC03549}"/>
          </ac:picMkLst>
        </pc:picChg>
      </pc:sldChg>
      <pc:sldChg chg="addSp delSp modSp add del mod">
        <pc:chgData name="Ashish Chopra" userId="73b777bb-d56d-4042-ab11-fa04ce11e99f" providerId="ADAL" clId="{375ACA70-C26F-4825-A925-AA60B44A12C0}" dt="2026-07-09T06:24:58.426" v="31722" actId="47"/>
        <pc:sldMkLst>
          <pc:docMk/>
          <pc:sldMk cId="2846354138" sldId="340"/>
        </pc:sldMkLst>
        <pc:spChg chg="add del mod">
          <ac:chgData name="Ashish Chopra" userId="73b777bb-d56d-4042-ab11-fa04ce11e99f" providerId="ADAL" clId="{375ACA70-C26F-4825-A925-AA60B44A12C0}" dt="2026-07-09T06:24:28.020" v="31716" actId="478"/>
          <ac:spMkLst>
            <pc:docMk/>
            <pc:sldMk cId="2846354138" sldId="340"/>
            <ac:spMk id="3" creationId="{5888D3AF-9A27-4081-B498-9B0879CC6645}"/>
          </ac:spMkLst>
        </pc:spChg>
        <pc:spChg chg="mod">
          <ac:chgData name="Ashish Chopra" userId="73b777bb-d56d-4042-ab11-fa04ce11e99f" providerId="ADAL" clId="{375ACA70-C26F-4825-A925-AA60B44A12C0}" dt="2026-07-09T06:24:28.556" v="31718" actId="20577"/>
          <ac:spMkLst>
            <pc:docMk/>
            <pc:sldMk cId="2846354138" sldId="340"/>
            <ac:spMk id="5" creationId="{06E99B00-808E-1EC0-1BD3-002685A5BA2F}"/>
          </ac:spMkLst>
        </pc:spChg>
        <pc:spChg chg="mod">
          <ac:chgData name="Ashish Chopra" userId="73b777bb-d56d-4042-ab11-fa04ce11e99f" providerId="ADAL" clId="{375ACA70-C26F-4825-A925-AA60B44A12C0}" dt="2026-07-09T06:24:28.202" v="31717" actId="20577"/>
          <ac:spMkLst>
            <pc:docMk/>
            <pc:sldMk cId="2846354138" sldId="340"/>
            <ac:spMk id="9" creationId="{D373C10E-B583-7453-4547-66FFC5CDD9F7}"/>
          </ac:spMkLst>
        </pc:spChg>
        <pc:spChg chg="add del">
          <ac:chgData name="Ashish Chopra" userId="73b777bb-d56d-4042-ab11-fa04ce11e99f" providerId="ADAL" clId="{375ACA70-C26F-4825-A925-AA60B44A12C0}" dt="2026-07-09T06:24:28.020" v="31716" actId="478"/>
          <ac:spMkLst>
            <pc:docMk/>
            <pc:sldMk cId="2846354138" sldId="340"/>
            <ac:spMk id="10" creationId="{57D90351-7D82-533F-4159-C7789934E20D}"/>
          </ac:spMkLst>
        </pc:spChg>
      </pc:sldChg>
      <pc:sldChg chg="add del">
        <pc:chgData name="Ashish Chopra" userId="73b777bb-d56d-4042-ab11-fa04ce11e99f" providerId="ADAL" clId="{375ACA70-C26F-4825-A925-AA60B44A12C0}" dt="2026-07-09T06:24:52.019" v="31720" actId="47"/>
        <pc:sldMkLst>
          <pc:docMk/>
          <pc:sldMk cId="1333171263" sldId="341"/>
        </pc:sldMkLst>
      </pc:sldChg>
      <pc:sldChg chg="addSp delSp modSp add del mod ord">
        <pc:chgData name="Ashish Chopra" userId="73b777bb-d56d-4042-ab11-fa04ce11e99f" providerId="ADAL" clId="{375ACA70-C26F-4825-A925-AA60B44A12C0}" dt="2026-07-09T06:23:03.843" v="31679" actId="47"/>
        <pc:sldMkLst>
          <pc:docMk/>
          <pc:sldMk cId="1579700076" sldId="2145706498"/>
        </pc:sldMkLst>
        <pc:spChg chg="add del mod">
          <ac:chgData name="Ashish Chopra" userId="73b777bb-d56d-4042-ab11-fa04ce11e99f" providerId="ADAL" clId="{375ACA70-C26F-4825-A925-AA60B44A12C0}" dt="2026-07-09T06:21:56.468" v="31667" actId="478"/>
          <ac:spMkLst>
            <pc:docMk/>
            <pc:sldMk cId="1579700076" sldId="2145706498"/>
            <ac:spMk id="3" creationId="{BF4217B1-0696-0B8D-0E46-9A4C34718752}"/>
          </ac:spMkLst>
        </pc:spChg>
        <pc:spChg chg="mod">
          <ac:chgData name="Ashish Chopra" userId="73b777bb-d56d-4042-ab11-fa04ce11e99f" providerId="ADAL" clId="{375ACA70-C26F-4825-A925-AA60B44A12C0}" dt="2026-07-09T06:23:02.473" v="31678" actId="21"/>
          <ac:spMkLst>
            <pc:docMk/>
            <pc:sldMk cId="1579700076" sldId="2145706498"/>
            <ac:spMk id="5" creationId="{BFDB2F38-D1B6-D04B-B0D1-41CA63148D95}"/>
          </ac:spMkLst>
        </pc:spChg>
        <pc:spChg chg="del">
          <ac:chgData name="Ashish Chopra" userId="73b777bb-d56d-4042-ab11-fa04ce11e99f" providerId="ADAL" clId="{375ACA70-C26F-4825-A925-AA60B44A12C0}" dt="2026-07-09T06:21:53.419" v="31666" actId="478"/>
          <ac:spMkLst>
            <pc:docMk/>
            <pc:sldMk cId="1579700076" sldId="2145706498"/>
            <ac:spMk id="7" creationId="{B28FE2AB-EF61-A442-A661-C16B70782747}"/>
          </ac:spMkLst>
        </pc:spChg>
      </pc:sldChg>
      <pc:sldMasterChg chg="del delSldLayout">
        <pc:chgData name="Ashish Chopra" userId="73b777bb-d56d-4042-ab11-fa04ce11e99f" providerId="ADAL" clId="{375ACA70-C26F-4825-A925-AA60B44A12C0}" dt="2026-07-09T06:23:03.843" v="31679" actId="47"/>
        <pc:sldMasterMkLst>
          <pc:docMk/>
          <pc:sldMasterMk cId="335978148" sldId="2147483708"/>
        </pc:sldMasterMkLst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926928598" sldId="2147483709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3018153071" sldId="2147483710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308224111" sldId="2147483711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816601223" sldId="2147483712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337265899" sldId="2147483713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096900638" sldId="2147483714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4294358030" sldId="2147483715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689456393" sldId="2147483716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3460790806" sldId="2147483717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3039973691" sldId="2147483718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4034509197" sldId="2147483719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3737041633" sldId="2147483720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192864403" sldId="2147483721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978845744" sldId="2147483722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114133361" sldId="2147483723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626347113" sldId="2147483724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994554967" sldId="2147483725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781265877" sldId="2147483726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4070180238" sldId="2147483727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274616671" sldId="2147483728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50558507" sldId="2147483729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2393468803" sldId="2147483730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4225650979" sldId="2147483731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2807885079" sldId="2147483732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3176817315" sldId="2147483733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4087941537" sldId="2147483734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07056400" sldId="2147483735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3211620373" sldId="2147483736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2098612161" sldId="2147483737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2104601978" sldId="2147483738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2179429759" sldId="2147483739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777920983" sldId="2147483740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2001619548" sldId="2147483741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42638937" sldId="2147483742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1321608688" sldId="2147483743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2928381860" sldId="2147483744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3756786799" sldId="2147483745"/>
          </pc:sldLayoutMkLst>
        </pc:sldLayoutChg>
        <pc:sldLayoutChg chg="del">
          <pc:chgData name="Ashish Chopra" userId="73b777bb-d56d-4042-ab11-fa04ce11e99f" providerId="ADAL" clId="{375ACA70-C26F-4825-A925-AA60B44A12C0}" dt="2026-07-09T06:23:03.843" v="31679" actId="47"/>
          <pc:sldLayoutMkLst>
            <pc:docMk/>
            <pc:sldMasterMk cId="335978148" sldId="2147483708"/>
            <pc:sldLayoutMk cId="4284980341" sldId="2147483746"/>
          </pc:sldLayoutMkLst>
        </pc:sldLayoutChg>
      </pc:sldMasterChg>
      <pc:sldMasterChg chg="del delSldLayout">
        <pc:chgData name="Ashish Chopra" userId="73b777bb-d56d-4042-ab11-fa04ce11e99f" providerId="ADAL" clId="{375ACA70-C26F-4825-A925-AA60B44A12C0}" dt="2026-07-09T06:24:58.426" v="31722" actId="47"/>
        <pc:sldMasterMkLst>
          <pc:docMk/>
          <pc:sldMasterMk cId="1888863951" sldId="2147483747"/>
        </pc:sldMasterMkLst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874069678" sldId="2147483748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1144672103" sldId="2147483749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2839891060" sldId="2147483750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736623825" sldId="2147483751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2849927470" sldId="2147483752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34144056" sldId="2147483753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238247789" sldId="2147483754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1729372434" sldId="2147483755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3992209128" sldId="2147483756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481267699" sldId="2147483757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3364193215" sldId="2147483758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2255652791" sldId="2147483759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1193409433" sldId="2147483760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2309616503" sldId="2147483761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3017304217" sldId="2147483762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3003084660" sldId="2147483763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3282115483" sldId="2147483764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3225680441" sldId="2147483765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1170129733" sldId="2147483766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4058925880" sldId="2147483767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3738960366" sldId="2147483768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3688139895" sldId="2147483769"/>
          </pc:sldLayoutMkLst>
        </pc:sldLayoutChg>
        <pc:sldLayoutChg chg="del">
          <pc:chgData name="Ashish Chopra" userId="73b777bb-d56d-4042-ab11-fa04ce11e99f" providerId="ADAL" clId="{375ACA70-C26F-4825-A925-AA60B44A12C0}" dt="2026-07-09T06:24:58.426" v="31722" actId="47"/>
          <pc:sldLayoutMkLst>
            <pc:docMk/>
            <pc:sldMasterMk cId="1888863951" sldId="2147483747"/>
            <pc:sldLayoutMk cId="2868885179" sldId="21474837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D7437-FAE0-451C-8BB2-D27B3E1DE48E}" type="datetimeFigureOut">
              <a:rPr lang="en-AU" smtClean="0"/>
              <a:t>10/07/2026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C808B-581D-42BD-80FA-2C27E5F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5168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5C808B-581D-42BD-80FA-2C27E5F3B2A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420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3E368-2668-60E6-1515-561A78B8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0344A-68A4-E88F-715A-DFFC2ECDB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5DF89-059F-EF0A-5E54-39D4D3E3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9654C-D840-622A-7CEB-4F7775109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5C808B-581D-42BD-80FA-2C27E5F3B2A7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798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8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30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00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83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0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26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71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3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8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5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0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6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24393" y="2104817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Architecture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4419752" y="2775375"/>
            <a:ext cx="3284915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B44E7-4882-A3BA-63EA-36F9582271A9}"/>
              </a:ext>
            </a:extLst>
          </p:cNvPr>
          <p:cNvSpPr txBox="1"/>
          <p:nvPr/>
        </p:nvSpPr>
        <p:spPr>
          <a:xfrm>
            <a:off x="4834463" y="2905088"/>
            <a:ext cx="401319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BLOCKCHAIN &amp; CRYPTO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E188E0-E73F-7AA5-04EC-D27495EDF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088463" y="3312247"/>
            <a:ext cx="1467055" cy="400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5CDAE-E894-3AA8-BECC-3198D31D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82BA37-0D44-C6B5-81FA-5427B919DD65}"/>
              </a:ext>
            </a:extLst>
          </p:cNvPr>
          <p:cNvSpPr txBox="1"/>
          <p:nvPr/>
        </p:nvSpPr>
        <p:spPr>
          <a:xfrm>
            <a:off x="109993" y="67734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Crypto vs CBDCs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D19122-91E1-5240-C84E-3697F48DE1B1}"/>
              </a:ext>
            </a:extLst>
          </p:cNvPr>
          <p:cNvSpPr/>
          <p:nvPr/>
        </p:nvSpPr>
        <p:spPr>
          <a:xfrm>
            <a:off x="177944" y="692572"/>
            <a:ext cx="3996123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C2218-5460-41F5-19D6-B20DEC2CCF1A}"/>
              </a:ext>
            </a:extLst>
          </p:cNvPr>
          <p:cNvSpPr txBox="1"/>
          <p:nvPr/>
        </p:nvSpPr>
        <p:spPr>
          <a:xfrm>
            <a:off x="109993" y="937641"/>
            <a:ext cx="11971940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1950"/>
              </a:lnSpc>
              <a:buNone/>
            </a:pPr>
            <a:r>
              <a:rPr lang="en-AU" sz="1000" b="1" dirty="0">
                <a:solidFill>
                  <a:srgbClr val="000000"/>
                </a:solidFill>
                <a:effectLst/>
                <a:latin typeface="+mj-lt"/>
              </a:rPr>
              <a:t>Central Bank Digital Currencies (CBDCs) are government-backed digital currencies, while cryptocurrencies are decentralized digital assets operating on blockchain technology.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Central Bank Digital Currencies (CBDCs)</a:t>
            </a:r>
            <a:r>
              <a:rPr lang="en-AU" sz="1000" dirty="0">
                <a:latin typeface="+mj-lt"/>
              </a:rPr>
              <a:t>: These are digital versions of a country's fiat currency, issued and regulated by the central bank. They aim to provide a stable and secure form of digital money, ensuring consumer protection and monetary stability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Cryptocurrencies</a:t>
            </a:r>
            <a:r>
              <a:rPr lang="en-AU" sz="1000" dirty="0">
                <a:latin typeface="+mj-lt"/>
              </a:rPr>
              <a:t>: These are decentralized digital currencies that operate on blockchain technology, allowing peer-to-peer transactions without the need for intermediaries. Examples include Bitcoin and Ethereum, which are not controlled by any central authority</a:t>
            </a:r>
          </a:p>
          <a:p>
            <a:pPr>
              <a:buNone/>
            </a:pPr>
            <a:endParaRPr lang="en-AU" sz="1000" dirty="0">
              <a:latin typeface="+mj-lt"/>
            </a:endParaRPr>
          </a:p>
          <a:p>
            <a:r>
              <a:rPr lang="en-AU" sz="1000" b="1" dirty="0">
                <a:latin typeface="+mj-lt"/>
              </a:rPr>
              <a:t>1. Issuer and Control</a:t>
            </a:r>
            <a:endParaRPr lang="en-AU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Cryptocurrencies</a:t>
            </a:r>
            <a:r>
              <a:rPr lang="en-AU" sz="1000" dirty="0">
                <a:latin typeface="+mj-lt"/>
              </a:rPr>
              <a:t> like Bitcoin or Ethereum are generally </a:t>
            </a:r>
            <a:r>
              <a:rPr lang="en-AU" sz="1000" b="1" dirty="0">
                <a:latin typeface="+mj-lt"/>
              </a:rPr>
              <a:t>decentralized</a:t>
            </a:r>
            <a:r>
              <a:rPr lang="en-AU" sz="1000" dirty="0">
                <a:latin typeface="+mj-lt"/>
              </a:rPr>
              <a:t> and not controlled by any single institution or government. Their creation, transaction verification, and ledger maintenance are managed via distributed consensus among network participants.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CBDCs</a:t>
            </a:r>
            <a:r>
              <a:rPr lang="en-AU" sz="1000" dirty="0">
                <a:latin typeface="+mj-lt"/>
              </a:rPr>
              <a:t> are issued by a central bank, such as the Reserve Bank of Australia, and represent a </a:t>
            </a:r>
            <a:r>
              <a:rPr lang="en-AU" sz="1000" b="1" dirty="0">
                <a:latin typeface="+mj-lt"/>
              </a:rPr>
              <a:t>digital form of fiat currency</a:t>
            </a:r>
            <a:r>
              <a:rPr lang="en-AU" sz="1000" dirty="0">
                <a:latin typeface="+mj-lt"/>
              </a:rPr>
              <a:t>. The central bank maintains full authority over issuance, distribution, and policy controls.</a:t>
            </a:r>
          </a:p>
          <a:p>
            <a:endParaRPr lang="en-AU" sz="1000" b="1" dirty="0">
              <a:latin typeface="+mj-lt"/>
            </a:endParaRPr>
          </a:p>
          <a:p>
            <a:r>
              <a:rPr lang="en-AU" sz="1000" b="1" dirty="0">
                <a:latin typeface="+mj-lt"/>
              </a:rPr>
              <a:t>2. Regulatory Status</a:t>
            </a:r>
            <a:endParaRPr lang="en-AU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Cryptocurrencies</a:t>
            </a:r>
            <a:r>
              <a:rPr lang="en-AU" sz="1000" dirty="0">
                <a:latin typeface="+mj-lt"/>
              </a:rPr>
              <a:t> often exist in a regulatory </a:t>
            </a:r>
            <a:r>
              <a:rPr lang="en-AU" sz="1000" dirty="0" err="1">
                <a:latin typeface="+mj-lt"/>
              </a:rPr>
              <a:t>gray</a:t>
            </a:r>
            <a:r>
              <a:rPr lang="en-AU" sz="1000" dirty="0">
                <a:latin typeface="+mj-lt"/>
              </a:rPr>
              <a:t> area. Some governments regulate exchanges or transactions, but cryptocurrency itself may lack official legal tender status.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CBDCs</a:t>
            </a:r>
            <a:r>
              <a:rPr lang="en-AU" sz="1000" dirty="0">
                <a:latin typeface="+mj-lt"/>
              </a:rPr>
              <a:t> are </a:t>
            </a:r>
            <a:r>
              <a:rPr lang="en-AU" sz="1000" b="1" dirty="0">
                <a:latin typeface="+mj-lt"/>
              </a:rPr>
              <a:t>legal tender</a:t>
            </a:r>
            <a:r>
              <a:rPr lang="en-AU" sz="1000" dirty="0">
                <a:latin typeface="+mj-lt"/>
              </a:rPr>
              <a:t>, backed by the full faith of the government, and regulated under existing monetary laws and policies.</a:t>
            </a:r>
          </a:p>
          <a:p>
            <a:endParaRPr lang="en-AU" sz="1000" b="1" dirty="0">
              <a:latin typeface="+mj-lt"/>
            </a:endParaRPr>
          </a:p>
          <a:p>
            <a:r>
              <a:rPr lang="en-AU" sz="1000" b="1" dirty="0">
                <a:latin typeface="+mj-lt"/>
              </a:rPr>
              <a:t>3. Technology and Infrastructure</a:t>
            </a:r>
            <a:endParaRPr lang="en-AU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Cryptocurrencies</a:t>
            </a:r>
            <a:r>
              <a:rPr lang="en-AU" sz="1000" dirty="0">
                <a:latin typeface="+mj-lt"/>
              </a:rPr>
              <a:t> typically run on </a:t>
            </a:r>
            <a:r>
              <a:rPr lang="en-AU" sz="1000" b="1" dirty="0">
                <a:latin typeface="+mj-lt"/>
              </a:rPr>
              <a:t>public blockchain networks</a:t>
            </a:r>
            <a:r>
              <a:rPr lang="en-AU" sz="1000" dirty="0">
                <a:latin typeface="+mj-lt"/>
              </a:rPr>
              <a:t>, utilizing decentralized ledgers where transactions are verified by consensus mechanisms like proof-of-work or proof-of-stake.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CBDCs</a:t>
            </a:r>
            <a:r>
              <a:rPr lang="en-AU" sz="1000" dirty="0">
                <a:latin typeface="+mj-lt"/>
              </a:rPr>
              <a:t> may use </a:t>
            </a:r>
            <a:r>
              <a:rPr lang="en-AU" sz="1000" b="1" dirty="0">
                <a:latin typeface="+mj-lt"/>
              </a:rPr>
              <a:t>distributed ledger technology (DLT)</a:t>
            </a:r>
            <a:r>
              <a:rPr lang="en-AU" sz="1000" dirty="0">
                <a:latin typeface="+mj-lt"/>
              </a:rPr>
              <a:t> or traditional centralized databases. A CBDC’s infrastructure is designed for speed, security, and integration with existing banking systems, allowing the central bank to track transactions and enforce monetary policy.</a:t>
            </a:r>
          </a:p>
          <a:p>
            <a:endParaRPr lang="en-AU" sz="1000" b="1" dirty="0">
              <a:latin typeface="+mj-lt"/>
            </a:endParaRPr>
          </a:p>
          <a:p>
            <a:r>
              <a:rPr lang="en-AU" sz="1000" b="1" dirty="0">
                <a:latin typeface="+mj-lt"/>
              </a:rPr>
              <a:t>4. Stability and Value</a:t>
            </a:r>
            <a:endParaRPr lang="en-AU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Cryptocurrencies</a:t>
            </a:r>
            <a:r>
              <a:rPr lang="en-AU" sz="1000" dirty="0">
                <a:latin typeface="+mj-lt"/>
              </a:rPr>
              <a:t> often exhibit </a:t>
            </a:r>
            <a:r>
              <a:rPr lang="en-AU" sz="1000" b="1" dirty="0">
                <a:latin typeface="+mj-lt"/>
              </a:rPr>
              <a:t>high volatility</a:t>
            </a:r>
            <a:r>
              <a:rPr lang="en-AU" sz="1000" dirty="0">
                <a:latin typeface="+mj-lt"/>
              </a:rPr>
              <a:t>, with values driven by supply, demand, and market sentiment. They can be highly speculative.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CBDCs</a:t>
            </a:r>
            <a:r>
              <a:rPr lang="en-AU" sz="1000" dirty="0">
                <a:latin typeface="+mj-lt"/>
              </a:rPr>
              <a:t> are </a:t>
            </a:r>
            <a:r>
              <a:rPr lang="en-AU" sz="1000" b="1" dirty="0">
                <a:latin typeface="+mj-lt"/>
              </a:rPr>
              <a:t>stable</a:t>
            </a:r>
            <a:r>
              <a:rPr lang="en-AU" sz="1000" dirty="0">
                <a:latin typeface="+mj-lt"/>
              </a:rPr>
              <a:t>, pegged to the country’s fiat currency, and function exactly as the physical currency does in terms of value stability and purchasing power.</a:t>
            </a:r>
          </a:p>
          <a:p>
            <a:endParaRPr lang="en-AU" sz="1000" b="1" dirty="0">
              <a:latin typeface="+mj-lt"/>
            </a:endParaRPr>
          </a:p>
          <a:p>
            <a:r>
              <a:rPr lang="en-AU" sz="1000" b="1" dirty="0">
                <a:latin typeface="+mj-lt"/>
              </a:rPr>
              <a:t>5. Privacy and Anonymity</a:t>
            </a:r>
            <a:endParaRPr lang="en-AU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Cryptocurrencies</a:t>
            </a:r>
            <a:r>
              <a:rPr lang="en-AU" sz="1000" dirty="0">
                <a:latin typeface="+mj-lt"/>
              </a:rPr>
              <a:t> can offer varying degrees of anonymity, for instance, Bitcoin shows pseudonymous addresses, and some coins like Monero prioritize privacy.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CBDCs</a:t>
            </a:r>
            <a:r>
              <a:rPr lang="en-AU" sz="1000" dirty="0">
                <a:latin typeface="+mj-lt"/>
              </a:rPr>
              <a:t> allow limited privacy, but central banks generally maintain records for regulatory and compliance purposes, including anti-money laundering (AML) and counter-terrorism financing measures.</a:t>
            </a:r>
          </a:p>
          <a:p>
            <a:endParaRPr lang="en-AU" sz="1000" b="1" dirty="0">
              <a:latin typeface="+mj-lt"/>
            </a:endParaRPr>
          </a:p>
          <a:p>
            <a:r>
              <a:rPr lang="en-AU" sz="1000" b="1" dirty="0">
                <a:latin typeface="+mj-lt"/>
              </a:rPr>
              <a:t>6. Use Cases</a:t>
            </a:r>
            <a:endParaRPr lang="en-AU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Cryptocurrencies</a:t>
            </a:r>
            <a:r>
              <a:rPr lang="en-AU" sz="1000" dirty="0">
                <a:latin typeface="+mj-lt"/>
              </a:rPr>
              <a:t> are used for speculative investment, peer-to-peer transfers, decentralized finance (DeFi), and blockchain-based applications.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CBDCs</a:t>
            </a:r>
            <a:r>
              <a:rPr lang="en-AU" sz="1000" dirty="0">
                <a:latin typeface="+mj-lt"/>
              </a:rPr>
              <a:t> are intended for </a:t>
            </a:r>
            <a:r>
              <a:rPr lang="en-AU" sz="1000" b="1" dirty="0">
                <a:latin typeface="+mj-lt"/>
              </a:rPr>
              <a:t>retail or wholesale payments</a:t>
            </a:r>
            <a:r>
              <a:rPr lang="en-AU" sz="1000" dirty="0">
                <a:latin typeface="+mj-lt"/>
              </a:rPr>
              <a:t>, enhancing transaction efficiency, reducing cash handling costs, and assisting in policy implementation like smart money policies or direct stimulus distribution.</a:t>
            </a:r>
          </a:p>
        </p:txBody>
      </p:sp>
    </p:spTree>
    <p:extLst>
      <p:ext uri="{BB962C8B-B14F-4D97-AF65-F5344CB8AC3E}">
        <p14:creationId xmlns:p14="http://schemas.microsoft.com/office/powerpoint/2010/main" val="240994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CDF08-B5C1-9F5A-F2CE-FA73A42D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D5C2C4-4801-6AE3-B5D7-D434834D6A2B}"/>
              </a:ext>
            </a:extLst>
          </p:cNvPr>
          <p:cNvSpPr txBox="1"/>
          <p:nvPr/>
        </p:nvSpPr>
        <p:spPr>
          <a:xfrm>
            <a:off x="200778" y="24672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000" b="1" dirty="0">
                <a:latin typeface="Aptos" panose="02110004020202020204"/>
              </a:rPr>
              <a:t>Concepts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1A9C4B-98BD-BA3B-6C1D-4F617B4B0B2C}"/>
              </a:ext>
            </a:extLst>
          </p:cNvPr>
          <p:cNvSpPr/>
          <p:nvPr/>
        </p:nvSpPr>
        <p:spPr>
          <a:xfrm>
            <a:off x="321882" y="594357"/>
            <a:ext cx="3047695" cy="365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C9D92-0AD9-6320-7407-AFBF2265CEB6}"/>
              </a:ext>
            </a:extLst>
          </p:cNvPr>
          <p:cNvSpPr txBox="1"/>
          <p:nvPr/>
        </p:nvSpPr>
        <p:spPr>
          <a:xfrm>
            <a:off x="285448" y="744010"/>
            <a:ext cx="11718483" cy="60478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900" b="1" dirty="0"/>
              <a:t>1. Machine Learning (ML) in Cryptocurrency</a:t>
            </a:r>
          </a:p>
          <a:p>
            <a:r>
              <a:rPr lang="en-AU" sz="900" dirty="0"/>
              <a:t>ML is primarily applied to </a:t>
            </a:r>
            <a:r>
              <a:rPr lang="en-AU" sz="900" b="1" dirty="0"/>
              <a:t>transaction monitoring, trading optimization, and risk assessment</a:t>
            </a:r>
            <a:r>
              <a:rPr lang="en-AU" sz="900" dirty="0"/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Blockchain Security &amp; Fraud Detection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AI agents leverage ML to analyse blockchain transaction patterns in </a:t>
            </a:r>
            <a:r>
              <a:rPr lang="en-AU" sz="900" dirty="0" err="1"/>
              <a:t>realtime</a:t>
            </a:r>
            <a:r>
              <a:rPr lang="en-AU" sz="900" dirty="0"/>
              <a:t>, identifying suspicious activity like potential fraud, wallet compromises, or money laundering attempts. For example, systems autonomously flag anomalous behaviours by profiling accounts and transactions.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Market Trend Prediction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ML models are trained on historical cryptocurrency price and volume data to forecast trends and volatility. Hedge funds and trading platforms use predictive models to optimize automated trading strategies.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Document &amp; Data Analysis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Tools like </a:t>
            </a:r>
            <a:r>
              <a:rPr lang="en-AU" sz="900" b="1" dirty="0"/>
              <a:t>Amazon </a:t>
            </a:r>
            <a:r>
              <a:rPr lang="en-AU" sz="900" b="1" dirty="0" err="1"/>
              <a:t>Textract</a:t>
            </a:r>
            <a:r>
              <a:rPr lang="en-AU" sz="900" dirty="0"/>
              <a:t>, integrated with ML models, allow crypto platforms to parse complex documentation such as KYC (Know Your Customer) forms or compliance reports to extract structured data efficiently, reducing manual processing.</a:t>
            </a:r>
            <a:br>
              <a:rPr lang="en-AU" sz="900" dirty="0"/>
            </a:br>
            <a:endParaRPr lang="en-AU" sz="900" dirty="0"/>
          </a:p>
          <a:p>
            <a:r>
              <a:rPr lang="en-AU" sz="900" b="1" dirty="0"/>
              <a:t>2. Generative AI (GenAI) Applications in Cryptocurrency</a:t>
            </a:r>
          </a:p>
          <a:p>
            <a:r>
              <a:rPr lang="en-AU" sz="900" dirty="0"/>
              <a:t>GenAI enhances decision-making, content generation, and user interaction in blockchain systems: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Conversational AI and Customer Engagement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Platforms like </a:t>
            </a:r>
            <a:r>
              <a:rPr lang="en-AU" sz="900" b="1" dirty="0"/>
              <a:t>Coinbase</a:t>
            </a:r>
            <a:r>
              <a:rPr lang="en-AU" sz="900" dirty="0"/>
              <a:t> integrate GenAI LLMs (e.g., Anthropic Claude 3) to provide natural language interfaces for millions of users. Applications include personalized chat support, real-time account information retrieval, and automated transaction assistance.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Querying Blockchain Data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Startups like </a:t>
            </a:r>
            <a:r>
              <a:rPr lang="en-AU" sz="900" b="1" dirty="0"/>
              <a:t>Allium</a:t>
            </a:r>
            <a:r>
              <a:rPr lang="en-AU" sz="900" dirty="0"/>
              <a:t> overlay NLP on blockchain datasets, enabling users to query Ethereum or other networks in natural language. ML and GenAI transform these queries into precise </a:t>
            </a:r>
            <a:r>
              <a:rPr lang="en-AU" sz="900" b="1" dirty="0"/>
              <a:t>SQL commands</a:t>
            </a:r>
            <a:r>
              <a:rPr lang="en-AU" sz="900" dirty="0"/>
              <a:t> for rapid data insights.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Governance and Transparency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Tools like </a:t>
            </a:r>
            <a:r>
              <a:rPr lang="en-AU" sz="900" b="1" dirty="0"/>
              <a:t>Prove AI</a:t>
            </a:r>
            <a:r>
              <a:rPr lang="en-AU" sz="900" dirty="0"/>
              <a:t> use GenAI to track AI model training data on blockchain, ensuring transparency, IP protection, and compliance—critical for trustworthy AI in decentralized finance (DeFi) and crypto platforms.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LLM Architectures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Common GenAI patterns in crypto include: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AU" sz="900" b="1" dirty="0"/>
              <a:t>RAG (Retrieval-Augmented Generation)</a:t>
            </a:r>
            <a:r>
              <a:rPr lang="en-AU" sz="900" dirty="0"/>
              <a:t> to fuse historical blockchain or market data with AI reasoning.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AU" sz="900" b="1" dirty="0"/>
              <a:t>Multi-agent GenAI systems</a:t>
            </a:r>
            <a:r>
              <a:rPr lang="en-AU" sz="900" dirty="0"/>
              <a:t> to orchestrate tasks across multiple LLMs, enabling robust decision-making workflows (e.g., portfolio rebalancing).</a:t>
            </a:r>
            <a:br>
              <a:rPr lang="en-AU" sz="900" dirty="0"/>
            </a:br>
            <a:endParaRPr lang="en-AU" sz="900" dirty="0"/>
          </a:p>
          <a:p>
            <a:r>
              <a:rPr lang="en-AU" sz="900" b="1" dirty="0"/>
              <a:t>3. Agentic AI in Cryptocurrency</a:t>
            </a:r>
          </a:p>
          <a:p>
            <a:r>
              <a:rPr lang="en-AU" sz="900" dirty="0"/>
              <a:t>Agentic AI refers to autonomous systems capable of multi-step reasoning and executing workflows without constant human oversight. Examples 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Autonomous Transaction Management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AI agents can interact with smart contracts, initiate trades, and execute payments while optimizing for risk and market conditions, replacing traditional peer-to-peer manual operation.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Smart Contract Security Agents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Autonomous agents monitor smart contracts for vulnerabilities (e.g., </a:t>
            </a:r>
            <a:r>
              <a:rPr lang="en-AU" sz="900" dirty="0" err="1"/>
              <a:t>reentrancy</a:t>
            </a:r>
            <a:r>
              <a:rPr lang="en-AU" sz="900" dirty="0"/>
              <a:t> attacks) and alert developers in real-time, providing preventative cybersecurity measures.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End-to-End Workflow Automation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Systems like </a:t>
            </a:r>
            <a:r>
              <a:rPr lang="en-AU" sz="900" b="1" dirty="0" err="1"/>
              <a:t>AutoGPT</a:t>
            </a:r>
            <a:r>
              <a:rPr lang="en-AU" sz="900" dirty="0"/>
              <a:t> or </a:t>
            </a:r>
            <a:r>
              <a:rPr lang="en-AU" sz="900" b="1" dirty="0" err="1"/>
              <a:t>AgentGPT</a:t>
            </a:r>
            <a:r>
              <a:rPr lang="en-AU" sz="900" dirty="0"/>
              <a:t> can plan investment strategies, track cryptocurrency portfolios, reconcile on-chain transactions, and update reporting dashboards with minimal human input.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Custom Domain-Specific Agents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Using platforms like </a:t>
            </a:r>
            <a:r>
              <a:rPr lang="en-AU" sz="900" b="1" dirty="0"/>
              <a:t>Relevance AI</a:t>
            </a:r>
            <a:r>
              <a:rPr lang="en-AU" sz="900" dirty="0"/>
              <a:t>, crypto startups build agents for KYC compliance, routing customer queries, and orchestrating multi-step financial operations that adapt to changing situations autonomously.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GenAI + Agentic Integration</a:t>
            </a:r>
            <a:r>
              <a:rPr lang="en-AU" sz="900" dirty="0"/>
              <a:t>:</a:t>
            </a:r>
            <a:br>
              <a:rPr lang="en-AU" sz="900" dirty="0"/>
            </a:br>
            <a:r>
              <a:rPr lang="en-AU" sz="900" dirty="0"/>
              <a:t>Coinbase exemplifies this integration through </a:t>
            </a:r>
            <a:r>
              <a:rPr lang="en-AU" sz="900" b="1" dirty="0"/>
              <a:t>agentic workflows</a:t>
            </a:r>
            <a:r>
              <a:rPr lang="en-AU" sz="900" dirty="0"/>
              <a:t>: LLM-powered digital assistants autonomously manage customer interactions, enforce content guardrails, and handle workflow reasoning to improve user experience and operational efficiency.</a:t>
            </a:r>
          </a:p>
          <a:p>
            <a:endParaRPr lang="en-AU" sz="900" dirty="0"/>
          </a:p>
          <a:p>
            <a:r>
              <a:rPr lang="en-AU" sz="900" b="1" dirty="0"/>
              <a:t>4. Emerging 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Decentralized AI Protocols</a:t>
            </a:r>
            <a:r>
              <a:rPr lang="en-AU" sz="900" dirty="0"/>
              <a:t>: Projects like </a:t>
            </a:r>
            <a:r>
              <a:rPr lang="en-AU" sz="900" b="1" dirty="0" err="1"/>
              <a:t>ZettaBlock</a:t>
            </a:r>
            <a:r>
              <a:rPr lang="en-AU" sz="900" b="1" dirty="0"/>
              <a:t> (Kite AI)</a:t>
            </a:r>
            <a:r>
              <a:rPr lang="en-AU" sz="900" dirty="0"/>
              <a:t> aim to integrate ML/GenAI with blockchain for decentralized AI training, provenance tracking, and incentives for AI data contribution.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Hybrid Blockchain-ML Architectures</a:t>
            </a:r>
            <a:r>
              <a:rPr lang="en-AU" sz="900" dirty="0"/>
              <a:t>: Combining off-chain ML/GenAI computations with on-chain verification ensures privacy, auditability, and compliance.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Enterprise Adoption</a:t>
            </a:r>
            <a:r>
              <a:rPr lang="en-AU" sz="900" dirty="0"/>
              <a:t>: AWS and similar platforms now provide </a:t>
            </a:r>
            <a:r>
              <a:rPr lang="en-AU" sz="900" b="1" dirty="0"/>
              <a:t>managed ML and GenAI infrastructure</a:t>
            </a:r>
            <a:r>
              <a:rPr lang="en-AU" sz="900" dirty="0"/>
              <a:t>, allowing blockchain-native companies to scale agentic AI capabilities while maintaining security and regulatory compliance.</a:t>
            </a:r>
          </a:p>
        </p:txBody>
      </p:sp>
    </p:spTree>
    <p:extLst>
      <p:ext uri="{BB962C8B-B14F-4D97-AF65-F5344CB8AC3E}">
        <p14:creationId xmlns:p14="http://schemas.microsoft.com/office/powerpoint/2010/main" val="1828686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46739-59DD-4161-A778-9BF934C0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616F6-07E1-4205-43D0-D97CFAB49B0E}"/>
              </a:ext>
            </a:extLst>
          </p:cNvPr>
          <p:cNvSpPr txBox="1"/>
          <p:nvPr/>
        </p:nvSpPr>
        <p:spPr>
          <a:xfrm>
            <a:off x="200778" y="24672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Why &amp; How - BLOCKCHAIN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A5835F-6538-7690-127B-59FE58C681B1}"/>
              </a:ext>
            </a:extLst>
          </p:cNvPr>
          <p:cNvSpPr/>
          <p:nvPr/>
        </p:nvSpPr>
        <p:spPr>
          <a:xfrm flipV="1">
            <a:off x="321882" y="548638"/>
            <a:ext cx="4622651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70368-A13A-93F3-4121-4AF29EAD7D89}"/>
              </a:ext>
            </a:extLst>
          </p:cNvPr>
          <p:cNvSpPr txBox="1"/>
          <p:nvPr/>
        </p:nvSpPr>
        <p:spPr>
          <a:xfrm>
            <a:off x="285448" y="744010"/>
            <a:ext cx="11718483" cy="37087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1500" b="1" dirty="0">
                <a:latin typeface="+mj-lt"/>
              </a:rPr>
              <a:t>WHY</a:t>
            </a:r>
          </a:p>
          <a:p>
            <a:endParaRPr lang="en-AU" sz="1000" dirty="0">
              <a:latin typeface="+mj-lt"/>
            </a:endParaRPr>
          </a:p>
          <a:p>
            <a:r>
              <a:rPr lang="en-AU" sz="1000" dirty="0">
                <a:latin typeface="+mj-lt"/>
              </a:rPr>
              <a:t>Blockchain is essentially a </a:t>
            </a:r>
            <a:r>
              <a:rPr lang="en-AU" sz="1000" b="1" dirty="0">
                <a:latin typeface="+mj-lt"/>
              </a:rPr>
              <a:t>digital ledger</a:t>
            </a:r>
            <a:r>
              <a:rPr lang="en-AU" sz="1000" dirty="0">
                <a:latin typeface="+mj-lt"/>
              </a:rPr>
              <a:t> that stores records, called blocks, in a chain-like structure. Each block contains a timestamp, transaction data, and a cryptographic hash of the previous block, which links it securely to the chain. This structure ensures that once data is recorded, it </a:t>
            </a:r>
            <a:r>
              <a:rPr lang="en-AU" sz="1000" b="1" dirty="0">
                <a:latin typeface="+mj-lt"/>
              </a:rPr>
              <a:t>cannot be altered retroactively without changing all subsequent blocks</a:t>
            </a:r>
            <a:r>
              <a:rPr lang="en-AU" sz="1000" dirty="0">
                <a:latin typeface="+mj-lt"/>
              </a:rPr>
              <a:t>, making the system highly secure and tamper-resistant.</a:t>
            </a:r>
          </a:p>
          <a:p>
            <a:endParaRPr lang="en-AU" sz="1000" dirty="0">
              <a:latin typeface="+mj-lt"/>
            </a:endParaRPr>
          </a:p>
          <a:p>
            <a:r>
              <a:rPr lang="en-AU" sz="1000" b="1" u="sng" dirty="0">
                <a:latin typeface="+mj-lt"/>
              </a:rPr>
              <a:t>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Decentralization</a:t>
            </a:r>
            <a:r>
              <a:rPr lang="en-AU" sz="1000" dirty="0">
                <a:latin typeface="+mj-lt"/>
              </a:rPr>
              <a:t>: Instead of relying on a central authority, blockchain operates across a network of computers (nodes), each maintaining a copy of the ledger. This reduces the risk of a single point of failure and enhances trust among participants.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Immutability</a:t>
            </a:r>
            <a:r>
              <a:rPr lang="en-AU" sz="1000" dirty="0">
                <a:latin typeface="+mj-lt"/>
              </a:rPr>
              <a:t>: Data recorded on the blockchain cannot easily be modified. Any attempt to alter data would require consensus from the network and vast computational resources, making fraud extremely difficult.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Transparency</a:t>
            </a:r>
            <a:r>
              <a:rPr lang="en-AU" sz="1000" dirty="0">
                <a:latin typeface="+mj-lt"/>
              </a:rPr>
              <a:t>: All transactions are visible to participants in the network, enabling auditing and accountability without compromising individual privacy when designed with appropriate encryption.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>
                <a:latin typeface="+mj-lt"/>
              </a:rPr>
              <a:t>Consensus Mechanisms</a:t>
            </a:r>
            <a:r>
              <a:rPr lang="en-AU" sz="1000" dirty="0">
                <a:latin typeface="+mj-lt"/>
              </a:rPr>
              <a:t>: Blockchain uses protocols like </a:t>
            </a:r>
            <a:r>
              <a:rPr lang="en-AU" sz="1000" b="1" dirty="0">
                <a:latin typeface="+mj-lt"/>
              </a:rPr>
              <a:t>Proof-of-Work</a:t>
            </a:r>
            <a:r>
              <a:rPr lang="en-AU" sz="1000" dirty="0">
                <a:latin typeface="+mj-lt"/>
              </a:rPr>
              <a:t> or </a:t>
            </a:r>
            <a:r>
              <a:rPr lang="en-AU" sz="1000" b="1" dirty="0">
                <a:latin typeface="+mj-lt"/>
              </a:rPr>
              <a:t>Proof-of-Stake</a:t>
            </a:r>
            <a:r>
              <a:rPr lang="en-AU" sz="1000" dirty="0">
                <a:latin typeface="+mj-lt"/>
              </a:rPr>
              <a:t> to validate and agree on transactions, ensuring data integrity without needing a central authority.</a:t>
            </a:r>
          </a:p>
          <a:p>
            <a:endParaRPr lang="en-AU" sz="1000" b="1" u="sng" dirty="0">
              <a:latin typeface="+mj-lt"/>
            </a:endParaRPr>
          </a:p>
          <a:p>
            <a:r>
              <a:rPr lang="en-AU" sz="1500" b="1" dirty="0"/>
              <a:t>HOW</a:t>
            </a:r>
            <a:br>
              <a:rPr lang="en-AU" sz="1500" b="1" dirty="0"/>
            </a:br>
            <a:endParaRPr lang="en-AU" sz="15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/>
              <a:t>Transaction Creation</a:t>
            </a:r>
            <a:r>
              <a:rPr lang="en-AU" sz="1000" dirty="0"/>
              <a:t>: A user generates and signs a transaction with a private key.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/>
              <a:t>Transaction Broadcasting</a:t>
            </a:r>
            <a:r>
              <a:rPr lang="en-AU" sz="1000" dirty="0"/>
              <a:t>: Network nodes receive and validate the transaction.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/>
              <a:t>Block Formation</a:t>
            </a:r>
            <a:r>
              <a:rPr lang="en-AU" sz="1000" dirty="0"/>
              <a:t>: Validated transactions are grouped into a block.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/>
              <a:t>Consensus Verification</a:t>
            </a:r>
            <a:r>
              <a:rPr lang="en-AU" sz="1000" dirty="0"/>
              <a:t>: Nodes use a consensus mechanism to agree on the next block.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/>
              <a:t>Block Addition</a:t>
            </a:r>
            <a:r>
              <a:rPr lang="en-AU" sz="1000" dirty="0"/>
              <a:t>: Block is added to the blockchain; hash links ensure immutability.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/>
              <a:t>Ledger Update</a:t>
            </a:r>
            <a:r>
              <a:rPr lang="en-AU" sz="1000" dirty="0"/>
              <a:t>: All nodes update their ledger with the new block.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/>
              <a:t>Optional Smart Contract Execution</a:t>
            </a:r>
            <a:r>
              <a:rPr lang="en-AU" sz="1000" dirty="0"/>
              <a:t>: Automated rules are executed if encoded conditions are met.</a:t>
            </a:r>
          </a:p>
        </p:txBody>
      </p:sp>
    </p:spTree>
    <p:extLst>
      <p:ext uri="{BB962C8B-B14F-4D97-AF65-F5344CB8AC3E}">
        <p14:creationId xmlns:p14="http://schemas.microsoft.com/office/powerpoint/2010/main" val="2305839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B997F-15C1-042F-3F62-4ED61E44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3E9934-6D69-87C5-C824-D0C7B8085388}"/>
              </a:ext>
            </a:extLst>
          </p:cNvPr>
          <p:cNvSpPr txBox="1"/>
          <p:nvPr/>
        </p:nvSpPr>
        <p:spPr>
          <a:xfrm>
            <a:off x="200778" y="24672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Sample Implementation - Framework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8DA01B-3146-239D-D789-FF0090DE0C6B}"/>
              </a:ext>
            </a:extLst>
          </p:cNvPr>
          <p:cNvSpPr/>
          <p:nvPr/>
        </p:nvSpPr>
        <p:spPr>
          <a:xfrm flipV="1">
            <a:off x="321881" y="548636"/>
            <a:ext cx="639242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CABB9-1A89-37C1-540A-D200DC1B3C94}"/>
              </a:ext>
            </a:extLst>
          </p:cNvPr>
          <p:cNvSpPr txBox="1"/>
          <p:nvPr/>
        </p:nvSpPr>
        <p:spPr>
          <a:xfrm>
            <a:off x="285448" y="744010"/>
            <a:ext cx="11718483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1000" b="1" dirty="0"/>
              <a:t>Python</a:t>
            </a:r>
            <a:r>
              <a:rPr lang="en-AU" sz="1000" dirty="0"/>
              <a:t> backed by </a:t>
            </a:r>
            <a:r>
              <a:rPr lang="en-AU" sz="1000" b="1" dirty="0"/>
              <a:t>a full Hyperledger Fabric network </a:t>
            </a:r>
          </a:p>
          <a:p>
            <a:endParaRPr lang="en-AU" sz="1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000" b="1" dirty="0"/>
              <a:t>Blocks</a:t>
            </a:r>
            <a:r>
              <a:rPr lang="en-AU" sz="1000" dirty="0"/>
              <a:t>: Each block contains a list of transactions and a hash linking it to the previous 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000" b="1" dirty="0"/>
              <a:t>Transactions</a:t>
            </a:r>
            <a:r>
              <a:rPr lang="en-AU" sz="1000" dirty="0"/>
              <a:t>: Each transaction represents an inter-branch transfer.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000" b="1" dirty="0"/>
              <a:t>Mining Simulation</a:t>
            </a:r>
            <a:r>
              <a:rPr lang="en-AU" sz="1000" dirty="0"/>
              <a:t>: </a:t>
            </a:r>
            <a:r>
              <a:rPr lang="en-AU" sz="1000" dirty="0" err="1"/>
              <a:t>mine_block</a:t>
            </a:r>
            <a:r>
              <a:rPr lang="en-AU" sz="1000" dirty="0"/>
              <a:t>() adds pending transactions to the blockchain, simulating settlement recording.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000" b="1" dirty="0"/>
              <a:t>Integrity</a:t>
            </a:r>
            <a:r>
              <a:rPr lang="en-AU" sz="1000" dirty="0"/>
              <a:t>: Verification using hashes ensures tamper-proof 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000" b="1" dirty="0"/>
              <a:t>Extensibility</a:t>
            </a:r>
            <a:r>
              <a:rPr lang="en-AU" sz="1000" dirty="0"/>
              <a:t>: In a production system, you would replace this with actual Hyperledger, permissioned blockchain network, and cryptographic signing per branch. </a:t>
            </a:r>
            <a:endParaRPr kumimoji="0" lang="en-AU" sz="1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53ED0A-1923-2129-833D-9C5E5F909AD2}"/>
              </a:ext>
            </a:extLst>
          </p:cNvPr>
          <p:cNvSpPr txBox="1"/>
          <p:nvPr/>
        </p:nvSpPr>
        <p:spPr>
          <a:xfrm>
            <a:off x="285448" y="2063214"/>
            <a:ext cx="5234819" cy="4539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850" dirty="0"/>
              <a:t>import </a:t>
            </a:r>
            <a:r>
              <a:rPr lang="en-AU" sz="850" dirty="0" err="1"/>
              <a:t>hashlib</a:t>
            </a:r>
            <a:endParaRPr lang="en-AU" sz="850" dirty="0"/>
          </a:p>
          <a:p>
            <a:r>
              <a:rPr lang="en-AU" sz="850" dirty="0"/>
              <a:t>import </a:t>
            </a:r>
            <a:r>
              <a:rPr lang="en-AU" sz="850" dirty="0" err="1"/>
              <a:t>json</a:t>
            </a:r>
            <a:endParaRPr lang="en-AU" sz="850" dirty="0"/>
          </a:p>
          <a:p>
            <a:r>
              <a:rPr lang="en-AU" sz="850" dirty="0"/>
              <a:t>from time import time</a:t>
            </a:r>
            <a:br>
              <a:rPr lang="en-AU" sz="850" dirty="0"/>
            </a:br>
            <a:endParaRPr lang="en-AU" sz="850" dirty="0"/>
          </a:p>
          <a:p>
            <a:r>
              <a:rPr lang="en-AU" sz="850" b="1" dirty="0">
                <a:solidFill>
                  <a:srgbClr val="00B0F0"/>
                </a:solidFill>
              </a:rPr>
              <a:t>class Block:</a:t>
            </a:r>
          </a:p>
          <a:p>
            <a:r>
              <a:rPr lang="en-AU" sz="850" b="1" dirty="0">
                <a:solidFill>
                  <a:srgbClr val="00B0F0"/>
                </a:solidFill>
              </a:rPr>
              <a:t>    def __</a:t>
            </a:r>
            <a:r>
              <a:rPr lang="en-AU" sz="850" b="1" dirty="0" err="1">
                <a:solidFill>
                  <a:srgbClr val="00B0F0"/>
                </a:solidFill>
              </a:rPr>
              <a:t>init</a:t>
            </a:r>
            <a:r>
              <a:rPr lang="en-AU" sz="850" b="1" dirty="0">
                <a:solidFill>
                  <a:srgbClr val="00B0F0"/>
                </a:solidFill>
              </a:rPr>
              <a:t>__(self, index, timestamp, transactions, </a:t>
            </a:r>
            <a:r>
              <a:rPr lang="en-AU" sz="850" b="1" dirty="0" err="1">
                <a:solidFill>
                  <a:srgbClr val="00B0F0"/>
                </a:solidFill>
              </a:rPr>
              <a:t>previous_hash</a:t>
            </a:r>
            <a:r>
              <a:rPr lang="en-AU" sz="850" b="1" dirty="0">
                <a:solidFill>
                  <a:srgbClr val="00B0F0"/>
                </a:solidFill>
              </a:rPr>
              <a:t>):</a:t>
            </a:r>
          </a:p>
          <a:p>
            <a:r>
              <a:rPr lang="en-AU" sz="850" b="1" dirty="0">
                <a:solidFill>
                  <a:srgbClr val="00B0F0"/>
                </a:solidFill>
              </a:rPr>
              <a:t>        </a:t>
            </a:r>
            <a:r>
              <a:rPr lang="en-AU" sz="850" b="1" dirty="0" err="1">
                <a:solidFill>
                  <a:srgbClr val="00B0F0"/>
                </a:solidFill>
              </a:rPr>
              <a:t>self.index</a:t>
            </a:r>
            <a:r>
              <a:rPr lang="en-AU" sz="850" b="1" dirty="0">
                <a:solidFill>
                  <a:srgbClr val="00B0F0"/>
                </a:solidFill>
              </a:rPr>
              <a:t> = index</a:t>
            </a:r>
          </a:p>
          <a:p>
            <a:r>
              <a:rPr lang="en-AU" sz="850" b="1" dirty="0">
                <a:solidFill>
                  <a:srgbClr val="00B0F0"/>
                </a:solidFill>
              </a:rPr>
              <a:t>        </a:t>
            </a:r>
            <a:r>
              <a:rPr lang="en-AU" sz="850" b="1" dirty="0" err="1">
                <a:solidFill>
                  <a:srgbClr val="00B0F0"/>
                </a:solidFill>
              </a:rPr>
              <a:t>self.timestamp</a:t>
            </a:r>
            <a:r>
              <a:rPr lang="en-AU" sz="850" b="1" dirty="0">
                <a:solidFill>
                  <a:srgbClr val="00B0F0"/>
                </a:solidFill>
              </a:rPr>
              <a:t> = timestamp</a:t>
            </a:r>
          </a:p>
          <a:p>
            <a:r>
              <a:rPr lang="en-AU" sz="850" b="1" dirty="0">
                <a:solidFill>
                  <a:srgbClr val="00B0F0"/>
                </a:solidFill>
              </a:rPr>
              <a:t>        </a:t>
            </a:r>
            <a:r>
              <a:rPr lang="en-AU" sz="850" b="1" dirty="0" err="1">
                <a:solidFill>
                  <a:srgbClr val="00B0F0"/>
                </a:solidFill>
              </a:rPr>
              <a:t>self.transactions</a:t>
            </a:r>
            <a:r>
              <a:rPr lang="en-AU" sz="850" b="1" dirty="0">
                <a:solidFill>
                  <a:srgbClr val="00B0F0"/>
                </a:solidFill>
              </a:rPr>
              <a:t> = transactions</a:t>
            </a:r>
          </a:p>
          <a:p>
            <a:r>
              <a:rPr lang="en-AU" sz="850" b="1" dirty="0">
                <a:solidFill>
                  <a:srgbClr val="00B0F0"/>
                </a:solidFill>
              </a:rPr>
              <a:t>        </a:t>
            </a:r>
            <a:r>
              <a:rPr lang="en-AU" sz="850" b="1" dirty="0" err="1">
                <a:solidFill>
                  <a:srgbClr val="00B0F0"/>
                </a:solidFill>
              </a:rPr>
              <a:t>self.previous_hash</a:t>
            </a:r>
            <a:r>
              <a:rPr lang="en-AU" sz="850" b="1" dirty="0">
                <a:solidFill>
                  <a:srgbClr val="00B0F0"/>
                </a:solidFill>
              </a:rPr>
              <a:t> = </a:t>
            </a:r>
            <a:r>
              <a:rPr lang="en-AU" sz="850" b="1" dirty="0" err="1">
                <a:solidFill>
                  <a:srgbClr val="00B0F0"/>
                </a:solidFill>
              </a:rPr>
              <a:t>previous_hash</a:t>
            </a:r>
            <a:endParaRPr lang="en-AU" sz="850" b="1" dirty="0">
              <a:solidFill>
                <a:srgbClr val="00B0F0"/>
              </a:solidFill>
            </a:endParaRPr>
          </a:p>
          <a:p>
            <a:r>
              <a:rPr lang="en-AU" sz="850" b="1" dirty="0">
                <a:solidFill>
                  <a:srgbClr val="00B0F0"/>
                </a:solidFill>
              </a:rPr>
              <a:t>        </a:t>
            </a:r>
            <a:r>
              <a:rPr lang="en-AU" sz="850" b="1" dirty="0" err="1">
                <a:solidFill>
                  <a:srgbClr val="00B0F0"/>
                </a:solidFill>
              </a:rPr>
              <a:t>self.hash</a:t>
            </a:r>
            <a:r>
              <a:rPr lang="en-AU" sz="850" b="1" dirty="0">
                <a:solidFill>
                  <a:srgbClr val="00B0F0"/>
                </a:solidFill>
              </a:rPr>
              <a:t> = </a:t>
            </a:r>
            <a:r>
              <a:rPr lang="en-AU" sz="850" b="1" dirty="0" err="1">
                <a:solidFill>
                  <a:srgbClr val="00B0F0"/>
                </a:solidFill>
              </a:rPr>
              <a:t>self.calculate_hash</a:t>
            </a:r>
            <a:r>
              <a:rPr lang="en-AU" sz="850" b="1" dirty="0">
                <a:solidFill>
                  <a:srgbClr val="00B0F0"/>
                </a:solidFill>
              </a:rPr>
              <a:t>()</a:t>
            </a:r>
          </a:p>
          <a:p>
            <a:endParaRPr lang="en-AU" sz="850" b="1" dirty="0">
              <a:solidFill>
                <a:srgbClr val="00B0F0"/>
              </a:solidFill>
            </a:endParaRPr>
          </a:p>
          <a:p>
            <a:r>
              <a:rPr lang="en-AU" sz="850" b="1" dirty="0">
                <a:solidFill>
                  <a:srgbClr val="00B0F0"/>
                </a:solidFill>
              </a:rPr>
              <a:t>    def </a:t>
            </a:r>
            <a:r>
              <a:rPr lang="en-AU" sz="850" b="1" dirty="0" err="1">
                <a:solidFill>
                  <a:srgbClr val="00B0F0"/>
                </a:solidFill>
              </a:rPr>
              <a:t>calculate_hash</a:t>
            </a:r>
            <a:r>
              <a:rPr lang="en-AU" sz="850" b="1" dirty="0">
                <a:solidFill>
                  <a:srgbClr val="00B0F0"/>
                </a:solidFill>
              </a:rPr>
              <a:t>(self):</a:t>
            </a:r>
          </a:p>
          <a:p>
            <a:r>
              <a:rPr lang="en-AU" sz="850" b="1" dirty="0">
                <a:solidFill>
                  <a:srgbClr val="00B0F0"/>
                </a:solidFill>
              </a:rPr>
              <a:t>        </a:t>
            </a:r>
            <a:r>
              <a:rPr lang="en-AU" sz="850" b="1" dirty="0" err="1">
                <a:solidFill>
                  <a:srgbClr val="00B0F0"/>
                </a:solidFill>
              </a:rPr>
              <a:t>block_string</a:t>
            </a:r>
            <a:r>
              <a:rPr lang="en-AU" sz="850" b="1" dirty="0">
                <a:solidFill>
                  <a:srgbClr val="00B0F0"/>
                </a:solidFill>
              </a:rPr>
              <a:t> = </a:t>
            </a:r>
            <a:r>
              <a:rPr lang="en-AU" sz="850" b="1" dirty="0" err="1">
                <a:solidFill>
                  <a:srgbClr val="00B0F0"/>
                </a:solidFill>
              </a:rPr>
              <a:t>json.dumps</a:t>
            </a:r>
            <a:r>
              <a:rPr lang="en-AU" sz="850" b="1" dirty="0">
                <a:solidFill>
                  <a:srgbClr val="00B0F0"/>
                </a:solidFill>
              </a:rPr>
              <a:t>(self.__</a:t>
            </a:r>
            <a:r>
              <a:rPr lang="en-AU" sz="850" b="1" dirty="0" err="1">
                <a:solidFill>
                  <a:srgbClr val="00B0F0"/>
                </a:solidFill>
              </a:rPr>
              <a:t>dict</a:t>
            </a:r>
            <a:r>
              <a:rPr lang="en-AU" sz="850" b="1" dirty="0">
                <a:solidFill>
                  <a:srgbClr val="00B0F0"/>
                </a:solidFill>
              </a:rPr>
              <a:t>__, </a:t>
            </a:r>
            <a:r>
              <a:rPr lang="en-AU" sz="850" b="1" dirty="0" err="1">
                <a:solidFill>
                  <a:srgbClr val="00B0F0"/>
                </a:solidFill>
              </a:rPr>
              <a:t>sort_keys</a:t>
            </a:r>
            <a:r>
              <a:rPr lang="en-AU" sz="850" b="1" dirty="0">
                <a:solidFill>
                  <a:srgbClr val="00B0F0"/>
                </a:solidFill>
              </a:rPr>
              <a:t>=True)</a:t>
            </a:r>
          </a:p>
          <a:p>
            <a:r>
              <a:rPr lang="en-AU" sz="850" b="1" dirty="0">
                <a:solidFill>
                  <a:srgbClr val="00B0F0"/>
                </a:solidFill>
              </a:rPr>
              <a:t>        return hashlib.sha256(</a:t>
            </a:r>
            <a:r>
              <a:rPr lang="en-AU" sz="850" b="1" dirty="0" err="1">
                <a:solidFill>
                  <a:srgbClr val="00B0F0"/>
                </a:solidFill>
              </a:rPr>
              <a:t>block_string.encode</a:t>
            </a:r>
            <a:r>
              <a:rPr lang="en-AU" sz="850" b="1" dirty="0">
                <a:solidFill>
                  <a:srgbClr val="00B0F0"/>
                </a:solidFill>
              </a:rPr>
              <a:t>()).</a:t>
            </a:r>
            <a:r>
              <a:rPr lang="en-AU" sz="850" b="1" dirty="0" err="1">
                <a:solidFill>
                  <a:srgbClr val="00B0F0"/>
                </a:solidFill>
              </a:rPr>
              <a:t>hexdigest</a:t>
            </a:r>
            <a:r>
              <a:rPr lang="en-AU" sz="850" b="1" dirty="0">
                <a:solidFill>
                  <a:srgbClr val="00B0F0"/>
                </a:solidFill>
              </a:rPr>
              <a:t>()</a:t>
            </a:r>
          </a:p>
          <a:p>
            <a:br>
              <a:rPr lang="en-AU" sz="850" dirty="0"/>
            </a:br>
            <a:endParaRPr lang="en-AU" sz="850" dirty="0"/>
          </a:p>
          <a:p>
            <a:r>
              <a:rPr lang="en-AU" sz="850" i="1" dirty="0"/>
              <a:t># Usage Example</a:t>
            </a:r>
            <a:endParaRPr lang="en-AU" sz="850" dirty="0"/>
          </a:p>
          <a:p>
            <a:r>
              <a:rPr lang="en-AU" sz="850" b="1" dirty="0"/>
              <a:t>if __name__ == "__main__":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</a:t>
            </a:r>
            <a:r>
              <a:rPr lang="en-AU" sz="850" b="1" dirty="0" err="1">
                <a:solidFill>
                  <a:srgbClr val="00B050"/>
                </a:solidFill>
              </a:rPr>
              <a:t>bank_blockchain</a:t>
            </a:r>
            <a:r>
              <a:rPr lang="en-AU" sz="850" b="1" dirty="0">
                <a:solidFill>
                  <a:srgbClr val="00B050"/>
                </a:solidFill>
              </a:rPr>
              <a:t> = Blockchain()</a:t>
            </a:r>
          </a:p>
          <a:p>
            <a:endParaRPr lang="en-AU" sz="850" b="1" dirty="0">
              <a:solidFill>
                <a:srgbClr val="00B050"/>
              </a:solidFill>
            </a:endParaRPr>
          </a:p>
          <a:p>
            <a:r>
              <a:rPr lang="en-AU" sz="850" b="1" dirty="0">
                <a:solidFill>
                  <a:srgbClr val="00B050"/>
                </a:solidFill>
              </a:rPr>
              <a:t>    </a:t>
            </a:r>
            <a:r>
              <a:rPr lang="en-AU" sz="850" b="1" i="1" dirty="0">
                <a:solidFill>
                  <a:srgbClr val="00B050"/>
                </a:solidFill>
              </a:rPr>
              <a:t># Branch A sends $1000 to Branch B</a:t>
            </a:r>
            <a:endParaRPr lang="en-AU" sz="850" b="1" dirty="0">
              <a:solidFill>
                <a:srgbClr val="00B050"/>
              </a:solidFill>
            </a:endParaRPr>
          </a:p>
          <a:p>
            <a:r>
              <a:rPr lang="en-AU" sz="850" b="1" dirty="0">
                <a:solidFill>
                  <a:srgbClr val="00B050"/>
                </a:solidFill>
              </a:rPr>
              <a:t>    </a:t>
            </a:r>
            <a:r>
              <a:rPr lang="en-AU" sz="850" b="1" dirty="0" err="1">
                <a:solidFill>
                  <a:srgbClr val="00B050"/>
                </a:solidFill>
              </a:rPr>
              <a:t>bank_blockchain.add_transaction</a:t>
            </a:r>
            <a:r>
              <a:rPr lang="en-AU" sz="850" b="1" dirty="0">
                <a:solidFill>
                  <a:srgbClr val="00B050"/>
                </a:solidFill>
              </a:rPr>
              <a:t>("Branch A", "Branch B", 1000)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</a:t>
            </a:r>
            <a:r>
              <a:rPr lang="en-AU" sz="850" b="1" i="1" dirty="0">
                <a:solidFill>
                  <a:srgbClr val="00B050"/>
                </a:solidFill>
              </a:rPr>
              <a:t># Branch C sends $500 to Branch A</a:t>
            </a:r>
            <a:endParaRPr lang="en-AU" sz="850" b="1" dirty="0">
              <a:solidFill>
                <a:srgbClr val="00B050"/>
              </a:solidFill>
            </a:endParaRPr>
          </a:p>
          <a:p>
            <a:r>
              <a:rPr lang="en-AU" sz="850" b="1" dirty="0">
                <a:solidFill>
                  <a:srgbClr val="00B050"/>
                </a:solidFill>
              </a:rPr>
              <a:t>    </a:t>
            </a:r>
            <a:r>
              <a:rPr lang="en-AU" sz="850" b="1" dirty="0" err="1">
                <a:solidFill>
                  <a:srgbClr val="00B050"/>
                </a:solidFill>
              </a:rPr>
              <a:t>bank_blockchain.add_transaction</a:t>
            </a:r>
            <a:r>
              <a:rPr lang="en-AU" sz="850" b="1" dirty="0">
                <a:solidFill>
                  <a:srgbClr val="00B050"/>
                </a:solidFill>
              </a:rPr>
              <a:t>("Branch C", "Branch A", 500)</a:t>
            </a:r>
          </a:p>
          <a:p>
            <a:endParaRPr lang="en-AU" sz="850" b="1" dirty="0">
              <a:solidFill>
                <a:srgbClr val="00B050"/>
              </a:solidFill>
            </a:endParaRPr>
          </a:p>
          <a:p>
            <a:r>
              <a:rPr lang="en-AU" sz="850" b="1" dirty="0">
                <a:solidFill>
                  <a:srgbClr val="00B050"/>
                </a:solidFill>
              </a:rPr>
              <a:t>    </a:t>
            </a:r>
            <a:r>
              <a:rPr lang="en-AU" sz="850" b="1" dirty="0" err="1">
                <a:solidFill>
                  <a:srgbClr val="00B050"/>
                </a:solidFill>
              </a:rPr>
              <a:t>mined_block</a:t>
            </a:r>
            <a:r>
              <a:rPr lang="en-AU" sz="850" b="1" dirty="0">
                <a:solidFill>
                  <a:srgbClr val="00B050"/>
                </a:solidFill>
              </a:rPr>
              <a:t> = </a:t>
            </a:r>
            <a:r>
              <a:rPr lang="en-AU" sz="850" b="1" dirty="0" err="1">
                <a:solidFill>
                  <a:srgbClr val="00B050"/>
                </a:solidFill>
              </a:rPr>
              <a:t>bank_blockchain.mine_block</a:t>
            </a:r>
            <a:r>
              <a:rPr lang="en-AU" sz="850" b="1" dirty="0">
                <a:solidFill>
                  <a:srgbClr val="00B050"/>
                </a:solidFill>
              </a:rPr>
              <a:t>()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print(</a:t>
            </a:r>
            <a:r>
              <a:rPr lang="en-AU" sz="850" b="1" dirty="0" err="1">
                <a:solidFill>
                  <a:srgbClr val="00B050"/>
                </a:solidFill>
              </a:rPr>
              <a:t>f"Mined</a:t>
            </a:r>
            <a:r>
              <a:rPr lang="en-AU" sz="850" b="1" dirty="0">
                <a:solidFill>
                  <a:srgbClr val="00B050"/>
                </a:solidFill>
              </a:rPr>
              <a:t> Block Hash: {</a:t>
            </a:r>
            <a:r>
              <a:rPr lang="en-AU" sz="850" b="1" dirty="0" err="1">
                <a:solidFill>
                  <a:srgbClr val="00B050"/>
                </a:solidFill>
              </a:rPr>
              <a:t>mined_block.hash</a:t>
            </a:r>
            <a:r>
              <a:rPr lang="en-AU" sz="850" b="1" dirty="0">
                <a:solidFill>
                  <a:srgbClr val="00B050"/>
                </a:solidFill>
              </a:rPr>
              <a:t>}")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print("Blockchain Valid:", </a:t>
            </a:r>
            <a:r>
              <a:rPr lang="en-AU" sz="850" b="1" dirty="0" err="1">
                <a:solidFill>
                  <a:srgbClr val="00B050"/>
                </a:solidFill>
              </a:rPr>
              <a:t>bank_blockchain.is_chain_valid</a:t>
            </a:r>
            <a:r>
              <a:rPr lang="en-AU" sz="850" b="1" dirty="0">
                <a:solidFill>
                  <a:srgbClr val="00B050"/>
                </a:solidFill>
              </a:rPr>
              <a:t>())</a:t>
            </a:r>
          </a:p>
          <a:p>
            <a:endParaRPr lang="en-AU" sz="850" b="1" dirty="0"/>
          </a:p>
          <a:p>
            <a:r>
              <a:rPr lang="en-AU" sz="850" b="1" dirty="0">
                <a:solidFill>
                  <a:srgbClr val="00B0F0"/>
                </a:solidFill>
              </a:rPr>
              <a:t>    for block in </a:t>
            </a:r>
            <a:r>
              <a:rPr lang="en-AU" sz="850" b="1" dirty="0" err="1">
                <a:solidFill>
                  <a:srgbClr val="00B0F0"/>
                </a:solidFill>
              </a:rPr>
              <a:t>bank_blockchain.chain</a:t>
            </a:r>
            <a:r>
              <a:rPr lang="en-AU" sz="850" b="1" dirty="0">
                <a:solidFill>
                  <a:srgbClr val="00B0F0"/>
                </a:solidFill>
              </a:rPr>
              <a:t>:</a:t>
            </a:r>
          </a:p>
          <a:p>
            <a:r>
              <a:rPr lang="en-AU" sz="850" b="1" dirty="0">
                <a:solidFill>
                  <a:srgbClr val="00B0F0"/>
                </a:solidFill>
              </a:rPr>
              <a:t>        print(f"</a:t>
            </a:r>
          </a:p>
          <a:p>
            <a:r>
              <a:rPr lang="en-AU" sz="850" b="1" dirty="0">
                <a:solidFill>
                  <a:srgbClr val="00B0F0"/>
                </a:solidFill>
              </a:rPr>
              <a:t>Block {</a:t>
            </a:r>
            <a:r>
              <a:rPr lang="en-AU" sz="850" b="1" dirty="0" err="1">
                <a:solidFill>
                  <a:srgbClr val="00B0F0"/>
                </a:solidFill>
              </a:rPr>
              <a:t>block.index</a:t>
            </a:r>
            <a:r>
              <a:rPr lang="en-AU" sz="850" b="1" dirty="0">
                <a:solidFill>
                  <a:srgbClr val="00B0F0"/>
                </a:solidFill>
              </a:rPr>
              <a:t>}:")</a:t>
            </a:r>
          </a:p>
          <a:p>
            <a:r>
              <a:rPr lang="en-AU" sz="850" b="1" dirty="0">
                <a:solidFill>
                  <a:srgbClr val="00B0F0"/>
                </a:solidFill>
              </a:rPr>
              <a:t>        print(</a:t>
            </a:r>
            <a:r>
              <a:rPr lang="en-AU" sz="850" b="1" dirty="0" err="1">
                <a:solidFill>
                  <a:srgbClr val="00B0F0"/>
                </a:solidFill>
              </a:rPr>
              <a:t>json.dumps</a:t>
            </a:r>
            <a:r>
              <a:rPr lang="en-AU" sz="850" b="1" dirty="0">
                <a:solidFill>
                  <a:srgbClr val="00B0F0"/>
                </a:solidFill>
              </a:rPr>
              <a:t>(block.__</a:t>
            </a:r>
            <a:r>
              <a:rPr lang="en-AU" sz="850" b="1" dirty="0" err="1">
                <a:solidFill>
                  <a:srgbClr val="00B0F0"/>
                </a:solidFill>
              </a:rPr>
              <a:t>dict</a:t>
            </a:r>
            <a:r>
              <a:rPr lang="en-AU" sz="850" b="1" dirty="0">
                <a:solidFill>
                  <a:srgbClr val="00B0F0"/>
                </a:solidFill>
              </a:rPr>
              <a:t>__, indent=4))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7A6154-ABC0-9937-E87F-B1F044BD7B01}"/>
              </a:ext>
            </a:extLst>
          </p:cNvPr>
          <p:cNvSpPr txBox="1"/>
          <p:nvPr/>
        </p:nvSpPr>
        <p:spPr>
          <a:xfrm>
            <a:off x="5882224" y="2020879"/>
            <a:ext cx="6096000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850" b="1" dirty="0">
                <a:solidFill>
                  <a:srgbClr val="00B050"/>
                </a:solidFill>
              </a:rPr>
              <a:t>class Blockchain: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def __</a:t>
            </a:r>
            <a:r>
              <a:rPr lang="en-AU" sz="850" b="1" dirty="0" err="1">
                <a:solidFill>
                  <a:srgbClr val="00B050"/>
                </a:solidFill>
              </a:rPr>
              <a:t>init</a:t>
            </a:r>
            <a:r>
              <a:rPr lang="en-AU" sz="850" b="1" dirty="0">
                <a:solidFill>
                  <a:srgbClr val="00B050"/>
                </a:solidFill>
              </a:rPr>
              <a:t>__(self):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</a:t>
            </a:r>
            <a:r>
              <a:rPr lang="en-AU" sz="850" b="1" dirty="0" err="1">
                <a:solidFill>
                  <a:srgbClr val="00B050"/>
                </a:solidFill>
              </a:rPr>
              <a:t>self.chain</a:t>
            </a:r>
            <a:r>
              <a:rPr lang="en-AU" sz="850" b="1" dirty="0">
                <a:solidFill>
                  <a:srgbClr val="00B050"/>
                </a:solidFill>
              </a:rPr>
              <a:t> = [</a:t>
            </a:r>
            <a:r>
              <a:rPr lang="en-AU" sz="850" b="1" dirty="0" err="1">
                <a:solidFill>
                  <a:srgbClr val="00B050"/>
                </a:solidFill>
              </a:rPr>
              <a:t>self.create_genesis_block</a:t>
            </a:r>
            <a:r>
              <a:rPr lang="en-AU" sz="850" b="1" dirty="0">
                <a:solidFill>
                  <a:srgbClr val="00B050"/>
                </a:solidFill>
              </a:rPr>
              <a:t>()]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</a:t>
            </a:r>
            <a:r>
              <a:rPr lang="en-AU" sz="850" b="1" dirty="0" err="1">
                <a:solidFill>
                  <a:srgbClr val="00B050"/>
                </a:solidFill>
              </a:rPr>
              <a:t>self.pending_transactions</a:t>
            </a:r>
            <a:r>
              <a:rPr lang="en-AU" sz="850" b="1" dirty="0">
                <a:solidFill>
                  <a:srgbClr val="00B050"/>
                </a:solidFill>
              </a:rPr>
              <a:t> = []</a:t>
            </a:r>
          </a:p>
          <a:p>
            <a:endParaRPr lang="en-AU" sz="850" b="1" dirty="0">
              <a:solidFill>
                <a:srgbClr val="00B050"/>
              </a:solidFill>
            </a:endParaRPr>
          </a:p>
          <a:p>
            <a:r>
              <a:rPr lang="en-AU" sz="850" b="1" dirty="0">
                <a:solidFill>
                  <a:srgbClr val="00B050"/>
                </a:solidFill>
              </a:rPr>
              <a:t>    def </a:t>
            </a:r>
            <a:r>
              <a:rPr lang="en-AU" sz="850" b="1" dirty="0" err="1">
                <a:solidFill>
                  <a:srgbClr val="00B050"/>
                </a:solidFill>
              </a:rPr>
              <a:t>create_genesis_block</a:t>
            </a:r>
            <a:r>
              <a:rPr lang="en-AU" sz="850" b="1" dirty="0">
                <a:solidFill>
                  <a:srgbClr val="00B050"/>
                </a:solidFill>
              </a:rPr>
              <a:t>(self):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return Block(0, time(), [], "0")</a:t>
            </a:r>
            <a:br>
              <a:rPr lang="en-AU" sz="850" b="1" dirty="0">
                <a:solidFill>
                  <a:srgbClr val="00B050"/>
                </a:solidFill>
              </a:rPr>
            </a:br>
            <a:endParaRPr lang="en-AU" sz="850" b="1" dirty="0">
              <a:solidFill>
                <a:srgbClr val="00B050"/>
              </a:solidFill>
            </a:endParaRPr>
          </a:p>
          <a:p>
            <a:r>
              <a:rPr lang="en-AU" sz="850" b="1" dirty="0">
                <a:solidFill>
                  <a:srgbClr val="00B050"/>
                </a:solidFill>
              </a:rPr>
              <a:t>    def </a:t>
            </a:r>
            <a:r>
              <a:rPr lang="en-AU" sz="850" b="1" dirty="0" err="1">
                <a:solidFill>
                  <a:srgbClr val="00B050"/>
                </a:solidFill>
              </a:rPr>
              <a:t>add_transaction</a:t>
            </a:r>
            <a:r>
              <a:rPr lang="en-AU" sz="850" b="1" dirty="0">
                <a:solidFill>
                  <a:srgbClr val="00B050"/>
                </a:solidFill>
              </a:rPr>
              <a:t>(self, </a:t>
            </a:r>
            <a:r>
              <a:rPr lang="en-AU" sz="850" b="1" dirty="0" err="1">
                <a:solidFill>
                  <a:srgbClr val="00B050"/>
                </a:solidFill>
              </a:rPr>
              <a:t>sender_branch</a:t>
            </a:r>
            <a:r>
              <a:rPr lang="en-AU" sz="850" b="1" dirty="0">
                <a:solidFill>
                  <a:srgbClr val="00B050"/>
                </a:solidFill>
              </a:rPr>
              <a:t>, </a:t>
            </a:r>
            <a:r>
              <a:rPr lang="en-AU" sz="850" b="1" dirty="0" err="1">
                <a:solidFill>
                  <a:srgbClr val="00B050"/>
                </a:solidFill>
              </a:rPr>
              <a:t>receiver_branch</a:t>
            </a:r>
            <a:r>
              <a:rPr lang="en-AU" sz="850" b="1" dirty="0">
                <a:solidFill>
                  <a:srgbClr val="00B050"/>
                </a:solidFill>
              </a:rPr>
              <a:t>, amount):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transaction = {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"sender": </a:t>
            </a:r>
            <a:r>
              <a:rPr lang="en-AU" sz="850" b="1" dirty="0" err="1">
                <a:solidFill>
                  <a:srgbClr val="00B050"/>
                </a:solidFill>
              </a:rPr>
              <a:t>sender_branch</a:t>
            </a:r>
            <a:r>
              <a:rPr lang="en-AU" sz="850" b="1" dirty="0">
                <a:solidFill>
                  <a:srgbClr val="00B050"/>
                </a:solidFill>
              </a:rPr>
              <a:t>,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"receiver": </a:t>
            </a:r>
            <a:r>
              <a:rPr lang="en-AU" sz="850" b="1" dirty="0" err="1">
                <a:solidFill>
                  <a:srgbClr val="00B050"/>
                </a:solidFill>
              </a:rPr>
              <a:t>receiver_branch</a:t>
            </a:r>
            <a:r>
              <a:rPr lang="en-AU" sz="850" b="1" dirty="0">
                <a:solidFill>
                  <a:srgbClr val="00B050"/>
                </a:solidFill>
              </a:rPr>
              <a:t>,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"amount": amount,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"timestamp": time()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}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</a:t>
            </a:r>
            <a:r>
              <a:rPr lang="en-AU" sz="850" b="1" dirty="0" err="1">
                <a:solidFill>
                  <a:srgbClr val="00B050"/>
                </a:solidFill>
              </a:rPr>
              <a:t>self.pending_transactions.append</a:t>
            </a:r>
            <a:r>
              <a:rPr lang="en-AU" sz="850" b="1" dirty="0">
                <a:solidFill>
                  <a:srgbClr val="00B050"/>
                </a:solidFill>
              </a:rPr>
              <a:t>(transaction)</a:t>
            </a:r>
            <a:br>
              <a:rPr lang="en-AU" sz="850" b="1" dirty="0">
                <a:solidFill>
                  <a:srgbClr val="00B050"/>
                </a:solidFill>
              </a:rPr>
            </a:br>
            <a:endParaRPr lang="en-AU" sz="850" b="1" dirty="0">
              <a:solidFill>
                <a:srgbClr val="00B050"/>
              </a:solidFill>
            </a:endParaRPr>
          </a:p>
          <a:p>
            <a:r>
              <a:rPr lang="en-AU" sz="850" b="1" dirty="0">
                <a:solidFill>
                  <a:srgbClr val="00B050"/>
                </a:solidFill>
              </a:rPr>
              <a:t>    def </a:t>
            </a:r>
            <a:r>
              <a:rPr lang="en-AU" sz="850" b="1" dirty="0" err="1">
                <a:solidFill>
                  <a:srgbClr val="00B050"/>
                </a:solidFill>
              </a:rPr>
              <a:t>mine_block</a:t>
            </a:r>
            <a:r>
              <a:rPr lang="en-AU" sz="850" b="1" dirty="0">
                <a:solidFill>
                  <a:srgbClr val="00B050"/>
                </a:solidFill>
              </a:rPr>
              <a:t>(self):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if not </a:t>
            </a:r>
            <a:r>
              <a:rPr lang="en-AU" sz="850" b="1" dirty="0" err="1">
                <a:solidFill>
                  <a:srgbClr val="00B050"/>
                </a:solidFill>
              </a:rPr>
              <a:t>self.pending_transactions</a:t>
            </a:r>
            <a:r>
              <a:rPr lang="en-AU" sz="850" b="1" dirty="0">
                <a:solidFill>
                  <a:srgbClr val="00B050"/>
                </a:solidFill>
              </a:rPr>
              <a:t>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print("No transactions to mine")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return None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</a:t>
            </a:r>
            <a:r>
              <a:rPr lang="en-AU" sz="850" b="1" dirty="0" err="1">
                <a:solidFill>
                  <a:srgbClr val="00B050"/>
                </a:solidFill>
              </a:rPr>
              <a:t>last_block</a:t>
            </a:r>
            <a:r>
              <a:rPr lang="en-AU" sz="850" b="1" dirty="0">
                <a:solidFill>
                  <a:srgbClr val="00B050"/>
                </a:solidFill>
              </a:rPr>
              <a:t> = </a:t>
            </a:r>
            <a:r>
              <a:rPr lang="en-AU" sz="850" b="1" dirty="0" err="1">
                <a:solidFill>
                  <a:srgbClr val="00B050"/>
                </a:solidFill>
              </a:rPr>
              <a:t>self.chain</a:t>
            </a:r>
            <a:r>
              <a:rPr lang="en-AU" sz="850" b="1" dirty="0">
                <a:solidFill>
                  <a:srgbClr val="00B050"/>
                </a:solidFill>
              </a:rPr>
              <a:t>[-1]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</a:t>
            </a:r>
            <a:r>
              <a:rPr lang="en-AU" sz="850" b="1" dirty="0" err="1">
                <a:solidFill>
                  <a:srgbClr val="00B050"/>
                </a:solidFill>
              </a:rPr>
              <a:t>new_block</a:t>
            </a:r>
            <a:r>
              <a:rPr lang="en-AU" sz="850" b="1" dirty="0">
                <a:solidFill>
                  <a:srgbClr val="00B050"/>
                </a:solidFill>
              </a:rPr>
              <a:t> = Block(</a:t>
            </a:r>
            <a:r>
              <a:rPr lang="en-AU" sz="850" b="1" dirty="0" err="1">
                <a:solidFill>
                  <a:srgbClr val="00B050"/>
                </a:solidFill>
              </a:rPr>
              <a:t>len</a:t>
            </a:r>
            <a:r>
              <a:rPr lang="en-AU" sz="850" b="1" dirty="0">
                <a:solidFill>
                  <a:srgbClr val="00B050"/>
                </a:solidFill>
              </a:rPr>
              <a:t>(</a:t>
            </a:r>
            <a:r>
              <a:rPr lang="en-AU" sz="850" b="1" dirty="0" err="1">
                <a:solidFill>
                  <a:srgbClr val="00B050"/>
                </a:solidFill>
              </a:rPr>
              <a:t>self.chain</a:t>
            </a:r>
            <a:r>
              <a:rPr lang="en-AU" sz="850" b="1" dirty="0">
                <a:solidFill>
                  <a:srgbClr val="00B050"/>
                </a:solidFill>
              </a:rPr>
              <a:t>), time(), </a:t>
            </a:r>
            <a:r>
              <a:rPr lang="en-AU" sz="850" b="1" dirty="0" err="1">
                <a:solidFill>
                  <a:srgbClr val="00B050"/>
                </a:solidFill>
              </a:rPr>
              <a:t>self.pending_transactions</a:t>
            </a:r>
            <a:r>
              <a:rPr lang="en-AU" sz="850" b="1" dirty="0">
                <a:solidFill>
                  <a:srgbClr val="00B050"/>
                </a:solidFill>
              </a:rPr>
              <a:t>, </a:t>
            </a:r>
            <a:r>
              <a:rPr lang="en-AU" sz="850" b="1" dirty="0" err="1">
                <a:solidFill>
                  <a:srgbClr val="00B050"/>
                </a:solidFill>
              </a:rPr>
              <a:t>last_block.hash</a:t>
            </a:r>
            <a:r>
              <a:rPr lang="en-AU" sz="850" b="1" dirty="0">
                <a:solidFill>
                  <a:srgbClr val="00B050"/>
                </a:solidFill>
              </a:rPr>
              <a:t>)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</a:t>
            </a:r>
            <a:r>
              <a:rPr lang="en-AU" sz="850" b="1" dirty="0" err="1">
                <a:solidFill>
                  <a:srgbClr val="00B050"/>
                </a:solidFill>
              </a:rPr>
              <a:t>self.chain.append</a:t>
            </a:r>
            <a:r>
              <a:rPr lang="en-AU" sz="850" b="1" dirty="0">
                <a:solidFill>
                  <a:srgbClr val="00B050"/>
                </a:solidFill>
              </a:rPr>
              <a:t>(</a:t>
            </a:r>
            <a:r>
              <a:rPr lang="en-AU" sz="850" b="1" dirty="0" err="1">
                <a:solidFill>
                  <a:srgbClr val="00B050"/>
                </a:solidFill>
              </a:rPr>
              <a:t>new_block</a:t>
            </a:r>
            <a:r>
              <a:rPr lang="en-AU" sz="850" b="1" dirty="0">
                <a:solidFill>
                  <a:srgbClr val="00B050"/>
                </a:solidFill>
              </a:rPr>
              <a:t>)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</a:t>
            </a:r>
            <a:r>
              <a:rPr lang="en-AU" sz="850" b="1" dirty="0" err="1">
                <a:solidFill>
                  <a:srgbClr val="00B050"/>
                </a:solidFill>
              </a:rPr>
              <a:t>self.pending_transactions</a:t>
            </a:r>
            <a:r>
              <a:rPr lang="en-AU" sz="850" b="1" dirty="0">
                <a:solidFill>
                  <a:srgbClr val="00B050"/>
                </a:solidFill>
              </a:rPr>
              <a:t> = []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return </a:t>
            </a:r>
            <a:r>
              <a:rPr lang="en-AU" sz="850" b="1" dirty="0" err="1">
                <a:solidFill>
                  <a:srgbClr val="00B050"/>
                </a:solidFill>
              </a:rPr>
              <a:t>new_block</a:t>
            </a:r>
            <a:br>
              <a:rPr lang="en-AU" sz="850" b="1" dirty="0">
                <a:solidFill>
                  <a:srgbClr val="00B050"/>
                </a:solidFill>
              </a:rPr>
            </a:br>
            <a:endParaRPr lang="en-AU" sz="850" b="1" dirty="0">
              <a:solidFill>
                <a:srgbClr val="00B050"/>
              </a:solidFill>
            </a:endParaRPr>
          </a:p>
          <a:p>
            <a:r>
              <a:rPr lang="en-AU" sz="850" b="1" dirty="0">
                <a:solidFill>
                  <a:srgbClr val="00B050"/>
                </a:solidFill>
              </a:rPr>
              <a:t>    def </a:t>
            </a:r>
            <a:r>
              <a:rPr lang="en-AU" sz="850" b="1" dirty="0" err="1">
                <a:solidFill>
                  <a:srgbClr val="00B050"/>
                </a:solidFill>
              </a:rPr>
              <a:t>is_chain_valid</a:t>
            </a:r>
            <a:r>
              <a:rPr lang="en-AU" sz="850" b="1" dirty="0">
                <a:solidFill>
                  <a:srgbClr val="00B050"/>
                </a:solidFill>
              </a:rPr>
              <a:t>(self):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for </a:t>
            </a:r>
            <a:r>
              <a:rPr lang="en-AU" sz="850" b="1" dirty="0" err="1">
                <a:solidFill>
                  <a:srgbClr val="00B050"/>
                </a:solidFill>
              </a:rPr>
              <a:t>i</a:t>
            </a:r>
            <a:r>
              <a:rPr lang="en-AU" sz="850" b="1" dirty="0">
                <a:solidFill>
                  <a:srgbClr val="00B050"/>
                </a:solidFill>
              </a:rPr>
              <a:t> in range(1, </a:t>
            </a:r>
            <a:r>
              <a:rPr lang="en-AU" sz="850" b="1" dirty="0" err="1">
                <a:solidFill>
                  <a:srgbClr val="00B050"/>
                </a:solidFill>
              </a:rPr>
              <a:t>len</a:t>
            </a:r>
            <a:r>
              <a:rPr lang="en-AU" sz="850" b="1" dirty="0">
                <a:solidFill>
                  <a:srgbClr val="00B050"/>
                </a:solidFill>
              </a:rPr>
              <a:t>(</a:t>
            </a:r>
            <a:r>
              <a:rPr lang="en-AU" sz="850" b="1" dirty="0" err="1">
                <a:solidFill>
                  <a:srgbClr val="00B050"/>
                </a:solidFill>
              </a:rPr>
              <a:t>self.chain</a:t>
            </a:r>
            <a:r>
              <a:rPr lang="en-AU" sz="850" b="1" dirty="0">
                <a:solidFill>
                  <a:srgbClr val="00B050"/>
                </a:solidFill>
              </a:rPr>
              <a:t>)):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current = </a:t>
            </a:r>
            <a:r>
              <a:rPr lang="en-AU" sz="850" b="1" dirty="0" err="1">
                <a:solidFill>
                  <a:srgbClr val="00B050"/>
                </a:solidFill>
              </a:rPr>
              <a:t>self.chain</a:t>
            </a:r>
            <a:r>
              <a:rPr lang="en-AU" sz="850" b="1" dirty="0">
                <a:solidFill>
                  <a:srgbClr val="00B050"/>
                </a:solidFill>
              </a:rPr>
              <a:t>[</a:t>
            </a:r>
            <a:r>
              <a:rPr lang="en-AU" sz="850" b="1" dirty="0" err="1">
                <a:solidFill>
                  <a:srgbClr val="00B050"/>
                </a:solidFill>
              </a:rPr>
              <a:t>i</a:t>
            </a:r>
            <a:r>
              <a:rPr lang="en-AU" sz="850" b="1" dirty="0">
                <a:solidFill>
                  <a:srgbClr val="00B050"/>
                </a:solidFill>
              </a:rPr>
              <a:t>]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previous = </a:t>
            </a:r>
            <a:r>
              <a:rPr lang="en-AU" sz="850" b="1" dirty="0" err="1">
                <a:solidFill>
                  <a:srgbClr val="00B050"/>
                </a:solidFill>
              </a:rPr>
              <a:t>self.chain</a:t>
            </a:r>
            <a:r>
              <a:rPr lang="en-AU" sz="850" b="1" dirty="0">
                <a:solidFill>
                  <a:srgbClr val="00B050"/>
                </a:solidFill>
              </a:rPr>
              <a:t>[</a:t>
            </a:r>
            <a:r>
              <a:rPr lang="en-AU" sz="850" b="1" dirty="0" err="1">
                <a:solidFill>
                  <a:srgbClr val="00B050"/>
                </a:solidFill>
              </a:rPr>
              <a:t>i</a:t>
            </a:r>
            <a:r>
              <a:rPr lang="en-AU" sz="850" b="1" dirty="0">
                <a:solidFill>
                  <a:srgbClr val="00B050"/>
                </a:solidFill>
              </a:rPr>
              <a:t> - 1]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if </a:t>
            </a:r>
            <a:r>
              <a:rPr lang="en-AU" sz="850" b="1" dirty="0" err="1">
                <a:solidFill>
                  <a:srgbClr val="00B050"/>
                </a:solidFill>
              </a:rPr>
              <a:t>current.hash</a:t>
            </a:r>
            <a:r>
              <a:rPr lang="en-AU" sz="850" b="1" dirty="0">
                <a:solidFill>
                  <a:srgbClr val="00B050"/>
                </a:solidFill>
              </a:rPr>
              <a:t> != </a:t>
            </a:r>
            <a:r>
              <a:rPr lang="en-AU" sz="850" b="1" dirty="0" err="1">
                <a:solidFill>
                  <a:srgbClr val="00B050"/>
                </a:solidFill>
              </a:rPr>
              <a:t>current.calculate_hash</a:t>
            </a:r>
            <a:r>
              <a:rPr lang="en-AU" sz="850" b="1" dirty="0">
                <a:solidFill>
                  <a:srgbClr val="00B050"/>
                </a:solidFill>
              </a:rPr>
              <a:t>():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    return False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if </a:t>
            </a:r>
            <a:r>
              <a:rPr lang="en-AU" sz="850" b="1" dirty="0" err="1">
                <a:solidFill>
                  <a:srgbClr val="00B050"/>
                </a:solidFill>
              </a:rPr>
              <a:t>current.previous_hash</a:t>
            </a:r>
            <a:r>
              <a:rPr lang="en-AU" sz="850" b="1" dirty="0">
                <a:solidFill>
                  <a:srgbClr val="00B050"/>
                </a:solidFill>
              </a:rPr>
              <a:t> != </a:t>
            </a:r>
            <a:r>
              <a:rPr lang="en-AU" sz="850" b="1" dirty="0" err="1">
                <a:solidFill>
                  <a:srgbClr val="00B050"/>
                </a:solidFill>
              </a:rPr>
              <a:t>previous.hash</a:t>
            </a:r>
            <a:r>
              <a:rPr lang="en-AU" sz="850" b="1" dirty="0">
                <a:solidFill>
                  <a:srgbClr val="00B050"/>
                </a:solidFill>
              </a:rPr>
              <a:t>: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        return False</a:t>
            </a:r>
          </a:p>
          <a:p>
            <a:r>
              <a:rPr lang="en-AU" sz="850" b="1" dirty="0">
                <a:solidFill>
                  <a:srgbClr val="00B050"/>
                </a:solidFill>
              </a:rPr>
              <a:t>        return True</a:t>
            </a:r>
          </a:p>
        </p:txBody>
      </p:sp>
    </p:spTree>
    <p:extLst>
      <p:ext uri="{BB962C8B-B14F-4D97-AF65-F5344CB8AC3E}">
        <p14:creationId xmlns:p14="http://schemas.microsoft.com/office/powerpoint/2010/main" val="499641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78EC5-3E2B-FAFA-DD95-828DD3D6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3760AF-9DA3-F231-0427-4D161B7A2CA5}"/>
              </a:ext>
            </a:extLst>
          </p:cNvPr>
          <p:cNvSpPr txBox="1"/>
          <p:nvPr/>
        </p:nvSpPr>
        <p:spPr>
          <a:xfrm>
            <a:off x="200778" y="24672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Alternate Implementation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C3FB7-C9EE-B918-98D9-C56078046E4A}"/>
              </a:ext>
            </a:extLst>
          </p:cNvPr>
          <p:cNvSpPr/>
          <p:nvPr/>
        </p:nvSpPr>
        <p:spPr>
          <a:xfrm flipV="1">
            <a:off x="321882" y="548638"/>
            <a:ext cx="422471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C28E1-880A-7572-A442-A4CE5A37E4E3}"/>
              </a:ext>
            </a:extLst>
          </p:cNvPr>
          <p:cNvSpPr txBox="1"/>
          <p:nvPr/>
        </p:nvSpPr>
        <p:spPr>
          <a:xfrm>
            <a:off x="285448" y="710142"/>
            <a:ext cx="11718483" cy="61093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1. Permissioned Distributed Ledger Platforms</a:t>
            </a:r>
          </a:p>
          <a:p>
            <a:pPr lvl="0">
              <a:defRPr/>
            </a:pPr>
            <a:r>
              <a:rPr lang="en-AU" sz="850" dirty="0">
                <a:solidFill>
                  <a:prstClr val="black"/>
                </a:solidFill>
              </a:rPr>
              <a:t>These systems provide blockchain-like immutability and auditability but are tailored for enterprise control without full public decentralization.</a:t>
            </a: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R3 Corda</a:t>
            </a:r>
            <a:endParaRPr lang="en-AU" sz="850" dirty="0">
              <a:solidFill>
                <a:prstClr val="black"/>
              </a:solidFill>
            </a:endParaRP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Type:</a:t>
            </a:r>
            <a:r>
              <a:rPr lang="en-AU" sz="850" dirty="0">
                <a:solidFill>
                  <a:prstClr val="black"/>
                </a:solidFill>
              </a:rPr>
              <a:t> Permissioned DLT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Strengths:</a:t>
            </a:r>
            <a:r>
              <a:rPr lang="en-AU" sz="850" dirty="0">
                <a:solidFill>
                  <a:prstClr val="black"/>
                </a:solidFill>
              </a:rPr>
              <a:t> Optimized for regulated financial workflows; supports legal contracts, privacy-preserving transactions, and peer-to-peer settlement.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Use Cases:</a:t>
            </a:r>
            <a:r>
              <a:rPr lang="en-AU" sz="850" dirty="0">
                <a:solidFill>
                  <a:prstClr val="black"/>
                </a:solidFill>
              </a:rPr>
              <a:t> Interbank settlements, post-trade clearing, syndicated loans.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Reference:</a:t>
            </a:r>
            <a:r>
              <a:rPr lang="en-AU" sz="850" dirty="0">
                <a:solidFill>
                  <a:prstClr val="black"/>
                </a:solidFill>
              </a:rPr>
              <a:t> TMA Solutions - Financial Services</a:t>
            </a:r>
            <a:endParaRPr lang="en-AU" sz="850" b="1" dirty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Hyperledger Besu or Quorum</a:t>
            </a:r>
            <a:endParaRPr lang="en-AU" sz="850" dirty="0">
              <a:solidFill>
                <a:prstClr val="black"/>
              </a:solidFill>
            </a:endParaRP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Type:</a:t>
            </a:r>
            <a:r>
              <a:rPr lang="en-AU" sz="850" dirty="0">
                <a:solidFill>
                  <a:prstClr val="black"/>
                </a:solidFill>
              </a:rPr>
              <a:t> EVM-compatible permissioned blockchain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Strengths:</a:t>
            </a:r>
            <a:r>
              <a:rPr lang="en-AU" sz="850" dirty="0">
                <a:solidFill>
                  <a:prstClr val="black"/>
                </a:solidFill>
              </a:rPr>
              <a:t> Smart contract support, auditability, and enterprise access control.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Use Cases:</a:t>
            </a:r>
            <a:r>
              <a:rPr lang="en-AU" sz="850" dirty="0">
                <a:solidFill>
                  <a:prstClr val="black"/>
                </a:solidFill>
              </a:rPr>
              <a:t> Private tokenized inter-branch settlements.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Reference:</a:t>
            </a:r>
            <a:r>
              <a:rPr lang="en-AU" sz="850" dirty="0">
                <a:solidFill>
                  <a:prstClr val="black"/>
                </a:solidFill>
              </a:rPr>
              <a:t> Swift Blockchain-Based Shared Ledger</a:t>
            </a:r>
          </a:p>
          <a:p>
            <a:pPr lvl="0">
              <a:defRPr/>
            </a:pPr>
            <a:endParaRPr lang="en-AU" sz="850" b="1" dirty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2. DAG-Based Systems (Directed Acyclic Graph)</a:t>
            </a:r>
          </a:p>
          <a:p>
            <a:pPr lvl="0">
              <a:defRPr/>
            </a:pPr>
            <a:r>
              <a:rPr lang="en-AU" sz="850" dirty="0">
                <a:solidFill>
                  <a:prstClr val="black"/>
                </a:solidFill>
              </a:rPr>
              <a:t>These alternatives reduce block confirmation latency by using a DAG consensus mechanism rather than sequential blocks.</a:t>
            </a: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Hedera </a:t>
            </a:r>
            <a:r>
              <a:rPr lang="en-AU" sz="850" b="1" dirty="0" err="1">
                <a:solidFill>
                  <a:prstClr val="black"/>
                </a:solidFill>
              </a:rPr>
              <a:t>Hashgraph</a:t>
            </a:r>
            <a:endParaRPr lang="en-AU" sz="850" dirty="0">
              <a:solidFill>
                <a:prstClr val="black"/>
              </a:solidFill>
            </a:endParaRP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Throughput:</a:t>
            </a:r>
            <a:r>
              <a:rPr lang="en-AU" sz="850" dirty="0">
                <a:solidFill>
                  <a:prstClr val="black"/>
                </a:solidFill>
              </a:rPr>
              <a:t> 10,000+ TPS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Capabilities:</a:t>
            </a:r>
            <a:r>
              <a:rPr lang="en-AU" sz="850" dirty="0">
                <a:solidFill>
                  <a:prstClr val="black"/>
                </a:solidFill>
              </a:rPr>
              <a:t> Fast settlement, cryptographic finality, public or private nodes.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Use Cases:</a:t>
            </a:r>
            <a:r>
              <a:rPr lang="en-AU" sz="850" dirty="0">
                <a:solidFill>
                  <a:prstClr val="black"/>
                </a:solidFill>
              </a:rPr>
              <a:t> Inter-branch transfers requiring near-instant confirmation.</a:t>
            </a: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IOTA</a:t>
            </a:r>
            <a:endParaRPr lang="en-AU" sz="850" dirty="0">
              <a:solidFill>
                <a:prstClr val="black"/>
              </a:solidFill>
            </a:endParaRPr>
          </a:p>
          <a:p>
            <a:pPr lvl="1">
              <a:defRPr/>
            </a:pPr>
            <a:r>
              <a:rPr lang="en-AU" sz="850" dirty="0">
                <a:solidFill>
                  <a:prstClr val="black"/>
                </a:solidFill>
              </a:rPr>
              <a:t>Focused on high-volume microtransactions with very low fees, suitable for internal settlement scenarios and cross-branch micropayments.</a:t>
            </a:r>
          </a:p>
          <a:p>
            <a:pPr lvl="0">
              <a:defRPr/>
            </a:pPr>
            <a:endParaRPr lang="en-AU" sz="850" b="1" dirty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3. Centralized Immutable Ledgers</a:t>
            </a:r>
          </a:p>
          <a:p>
            <a:pPr lvl="0">
              <a:defRPr/>
            </a:pPr>
            <a:r>
              <a:rPr lang="en-AU" sz="850" dirty="0">
                <a:solidFill>
                  <a:prstClr val="black"/>
                </a:solidFill>
              </a:rPr>
              <a:t>For some financial institutions, full decentralization is not necessary; cryptographically verifiable immutable ledgers suffice.</a:t>
            </a: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Amazon QLDB</a:t>
            </a:r>
            <a:endParaRPr lang="en-AU" sz="850" dirty="0">
              <a:solidFill>
                <a:prstClr val="black"/>
              </a:solidFill>
            </a:endParaRP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Type:</a:t>
            </a:r>
            <a:r>
              <a:rPr lang="en-AU" sz="850" dirty="0">
                <a:solidFill>
                  <a:prstClr val="black"/>
                </a:solidFill>
              </a:rPr>
              <a:t> Centralized, immutable ledger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Strengths:</a:t>
            </a:r>
            <a:r>
              <a:rPr lang="en-AU" sz="850" dirty="0">
                <a:solidFill>
                  <a:prstClr val="black"/>
                </a:solidFill>
              </a:rPr>
              <a:t> 100% cryptographic auditability, high scalability, integration with enterprise systems.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Use Case:</a:t>
            </a:r>
            <a:r>
              <a:rPr lang="en-AU" sz="850" dirty="0">
                <a:solidFill>
                  <a:prstClr val="black"/>
                </a:solidFill>
              </a:rPr>
              <a:t> Recording inter-branch transactions, regulatory audit trails, compliance reporting.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Benefit:</a:t>
            </a:r>
            <a:r>
              <a:rPr lang="en-AU" sz="850" dirty="0">
                <a:solidFill>
                  <a:prstClr val="black"/>
                </a:solidFill>
              </a:rPr>
              <a:t> No need to manage a decentralized node infrastructure.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Reference:</a:t>
            </a:r>
            <a:r>
              <a:rPr lang="en-AU" sz="850" dirty="0">
                <a:solidFill>
                  <a:prstClr val="black"/>
                </a:solidFill>
              </a:rPr>
              <a:t> Blockchain Alternatives in Enterprise</a:t>
            </a:r>
          </a:p>
          <a:p>
            <a:pPr lvl="0">
              <a:defRPr/>
            </a:pPr>
            <a:endParaRPr lang="en-AU" sz="850" b="1" dirty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4. Hybrid Architectures</a:t>
            </a:r>
          </a:p>
          <a:p>
            <a:pPr lvl="0">
              <a:defRPr/>
            </a:pPr>
            <a:r>
              <a:rPr lang="en-AU" sz="850" dirty="0">
                <a:solidFill>
                  <a:prstClr val="black"/>
                </a:solidFill>
              </a:rPr>
              <a:t>Combine private ledgers for sensitive inter-branch data with public chains for audit verification.</a:t>
            </a: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Avalanche Subnets / Polygon CDK</a:t>
            </a:r>
            <a:endParaRPr lang="en-AU" sz="850" dirty="0">
              <a:solidFill>
                <a:prstClr val="black"/>
              </a:solidFill>
            </a:endParaRP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Architecture:</a:t>
            </a:r>
            <a:r>
              <a:rPr lang="en-AU" sz="850" dirty="0">
                <a:solidFill>
                  <a:prstClr val="black"/>
                </a:solidFill>
              </a:rPr>
              <a:t> Private subnet anchored periodically to a public blockchain for immutable audit proofs.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Use Case:</a:t>
            </a:r>
            <a:r>
              <a:rPr lang="en-AU" sz="850" dirty="0">
                <a:solidFill>
                  <a:prstClr val="black"/>
                </a:solidFill>
              </a:rPr>
              <a:t> Internal settlements with regulatory visibility and optional public escrow verification.</a:t>
            </a: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SWIFT + </a:t>
            </a:r>
            <a:r>
              <a:rPr lang="en-AU" sz="850" b="1" dirty="0" err="1">
                <a:solidFill>
                  <a:prstClr val="black"/>
                </a:solidFill>
              </a:rPr>
              <a:t>Chainlink</a:t>
            </a:r>
            <a:r>
              <a:rPr lang="en-AU" sz="850" b="1" dirty="0">
                <a:solidFill>
                  <a:prstClr val="black"/>
                </a:solidFill>
              </a:rPr>
              <a:t> Cross-Chain Orchestration</a:t>
            </a:r>
            <a:endParaRPr lang="en-AU" sz="850" dirty="0">
              <a:solidFill>
                <a:prstClr val="black"/>
              </a:solidFill>
            </a:endParaRP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Approach:</a:t>
            </a:r>
            <a:r>
              <a:rPr lang="en-AU" sz="850" dirty="0">
                <a:solidFill>
                  <a:prstClr val="black"/>
                </a:solidFill>
              </a:rPr>
              <a:t> SWIFT messaging system generates signed settlement instructions off-chain. A middleware layer (e.g., </a:t>
            </a:r>
            <a:r>
              <a:rPr lang="en-AU" sz="850" dirty="0" err="1">
                <a:solidFill>
                  <a:prstClr val="black"/>
                </a:solidFill>
              </a:rPr>
              <a:t>Chainlink</a:t>
            </a:r>
            <a:r>
              <a:rPr lang="en-AU" sz="850" dirty="0">
                <a:solidFill>
                  <a:prstClr val="black"/>
                </a:solidFill>
              </a:rPr>
              <a:t>) submits instructions to different blockchains (public or private) for settlement.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Benefit:</a:t>
            </a:r>
            <a:r>
              <a:rPr lang="en-AU" sz="850" dirty="0">
                <a:solidFill>
                  <a:prstClr val="black"/>
                </a:solidFill>
              </a:rPr>
              <a:t> Leverages existing infrastructure while enabling multi-network blockchain finality.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Reference:</a:t>
            </a:r>
            <a:r>
              <a:rPr lang="en-AU" sz="850" dirty="0">
                <a:solidFill>
                  <a:prstClr val="black"/>
                </a:solidFill>
              </a:rPr>
              <a:t> Swift Interoperability Experiments</a:t>
            </a:r>
          </a:p>
          <a:p>
            <a:pPr lvl="0">
              <a:defRPr/>
            </a:pPr>
            <a:endParaRPr lang="en-AU" sz="850" b="1" dirty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5. Off-Chain Tokenization and Smart Settlement</a:t>
            </a:r>
          </a:p>
          <a:p>
            <a:pPr lvl="0">
              <a:defRPr/>
            </a:pPr>
            <a:r>
              <a:rPr lang="en-AU" sz="850" dirty="0">
                <a:solidFill>
                  <a:prstClr val="black"/>
                </a:solidFill>
              </a:rPr>
              <a:t>Instead of full blockchain deployment, you tokenize assets on a shared ledger but execute transactions off-chain with cryptographically signed instructions for final settlement.</a:t>
            </a:r>
          </a:p>
          <a:p>
            <a:pPr lvl="0">
              <a:defRPr/>
            </a:pPr>
            <a:r>
              <a:rPr lang="en-AU" sz="850" b="1" dirty="0">
                <a:solidFill>
                  <a:prstClr val="black"/>
                </a:solidFill>
              </a:rPr>
              <a:t>Canonical Settlement Instructions (CSI) Flow</a:t>
            </a:r>
            <a:endParaRPr lang="en-AU" sz="850" dirty="0">
              <a:solidFill>
                <a:prstClr val="black"/>
              </a:solidFill>
            </a:endParaRP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Process:</a:t>
            </a:r>
            <a:r>
              <a:rPr lang="en-AU" sz="850" dirty="0">
                <a:solidFill>
                  <a:prstClr val="black"/>
                </a:solidFill>
              </a:rPr>
              <a:t> Off-chain normalization → signed settlement artifact → orchestration → on-chain execution.</a:t>
            </a:r>
          </a:p>
          <a:p>
            <a:pPr lvl="1">
              <a:defRPr/>
            </a:pPr>
            <a:r>
              <a:rPr lang="en-AU" sz="850" b="1" dirty="0">
                <a:solidFill>
                  <a:prstClr val="black"/>
                </a:solidFill>
              </a:rPr>
              <a:t>Benefit:</a:t>
            </a:r>
            <a:r>
              <a:rPr lang="en-AU" sz="850" dirty="0">
                <a:solidFill>
                  <a:prstClr val="black"/>
                </a:solidFill>
              </a:rPr>
              <a:t> Preserves enterprise compliance workflows, reduces latency, and supports 24/7 settlement.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37981-742E-7AF8-0AB8-08252F06BE25}"/>
              </a:ext>
            </a:extLst>
          </p:cNvPr>
          <p:cNvSpPr txBox="1"/>
          <p:nvPr/>
        </p:nvSpPr>
        <p:spPr>
          <a:xfrm>
            <a:off x="9728201" y="398185"/>
            <a:ext cx="2260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00" b="1" dirty="0"/>
              <a:t>To Full Hyperledger Fabric Network 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4211571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FFB23-E316-6AFD-345E-3EC3796D1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4E0373-4CC6-E212-0F00-F2FF581A4790}"/>
              </a:ext>
            </a:extLst>
          </p:cNvPr>
          <p:cNvSpPr txBox="1"/>
          <p:nvPr/>
        </p:nvSpPr>
        <p:spPr>
          <a:xfrm>
            <a:off x="1024393" y="2104817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Solution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3D1357-7201-F2D2-0F89-018ED630808F}"/>
              </a:ext>
            </a:extLst>
          </p:cNvPr>
          <p:cNvSpPr/>
          <p:nvPr/>
        </p:nvSpPr>
        <p:spPr>
          <a:xfrm flipV="1">
            <a:off x="4419752" y="2775375"/>
            <a:ext cx="3284915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552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3806E-02C1-CB90-0B07-52EC2FFA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C55A53-CB5C-063C-DD44-5B6E98024B6F}"/>
              </a:ext>
            </a:extLst>
          </p:cNvPr>
          <p:cNvSpPr txBox="1"/>
          <p:nvPr/>
        </p:nvSpPr>
        <p:spPr>
          <a:xfrm>
            <a:off x="143860" y="6435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Architecture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BA51A1-7159-930B-75BB-FCF8A80519C4}"/>
              </a:ext>
            </a:extLst>
          </p:cNvPr>
          <p:cNvSpPr txBox="1"/>
          <p:nvPr/>
        </p:nvSpPr>
        <p:spPr>
          <a:xfrm>
            <a:off x="143860" y="829528"/>
            <a:ext cx="12048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00" b="0" i="0" dirty="0">
                <a:effectLst/>
                <a:latin typeface="+mj-lt"/>
              </a:rPr>
              <a:t>Hyperledger Fabric is a modular blockchain framework primarily written in </a:t>
            </a:r>
            <a:r>
              <a:rPr lang="en-AU" sz="1000" b="1" i="0" dirty="0">
                <a:effectLst/>
                <a:latin typeface="+mj-lt"/>
              </a:rPr>
              <a:t>Go</a:t>
            </a:r>
            <a:r>
              <a:rPr lang="en-AU" sz="1000" b="0" i="0" dirty="0">
                <a:effectLst/>
                <a:latin typeface="+mj-lt"/>
              </a:rPr>
              <a:t>, and its core components like </a:t>
            </a:r>
            <a:r>
              <a:rPr lang="en-AU" sz="1000" b="1" i="0" dirty="0" err="1">
                <a:effectLst/>
                <a:latin typeface="+mj-lt"/>
              </a:rPr>
              <a:t>orderers</a:t>
            </a:r>
            <a:r>
              <a:rPr lang="en-AU" sz="1000" b="1" i="0" dirty="0">
                <a:effectLst/>
                <a:latin typeface="+mj-lt"/>
              </a:rPr>
              <a:t>, peers, and </a:t>
            </a:r>
            <a:r>
              <a:rPr lang="en-AU" sz="1000" b="1" i="0" dirty="0" err="1">
                <a:effectLst/>
                <a:latin typeface="+mj-lt"/>
              </a:rPr>
              <a:t>chaincode</a:t>
            </a:r>
            <a:r>
              <a:rPr lang="en-AU" sz="1000" b="1" i="0" dirty="0">
                <a:effectLst/>
                <a:latin typeface="+mj-lt"/>
              </a:rPr>
              <a:t> (smart contracts) </a:t>
            </a:r>
            <a:r>
              <a:rPr lang="en-AU" sz="1000" i="0" dirty="0">
                <a:effectLst/>
                <a:latin typeface="+mj-lt"/>
              </a:rPr>
              <a:t>typically use Docker containers and YAML configuration files. </a:t>
            </a:r>
            <a:r>
              <a:rPr lang="en-AU" sz="1000" b="0" i="0" dirty="0">
                <a:effectLst/>
                <a:latin typeface="+mj-lt"/>
              </a:rPr>
              <a:t>While Python can be used to interact with Fabric through SDKs, it is </a:t>
            </a:r>
            <a:r>
              <a:rPr lang="en-AU" sz="1000" b="1" i="0" dirty="0">
                <a:effectLst/>
                <a:latin typeface="+mj-lt"/>
              </a:rPr>
              <a:t>not the only way</a:t>
            </a:r>
            <a:r>
              <a:rPr lang="en-AU" sz="1000" b="0" i="0" dirty="0">
                <a:effectLst/>
                <a:latin typeface="+mj-lt"/>
              </a:rPr>
              <a:t>, and in many cases, it is not used to implement the full network itself.</a:t>
            </a:r>
            <a:endParaRPr lang="en-AU" sz="10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C916D2-730C-7F58-1BEE-A71671AAE55A}"/>
              </a:ext>
            </a:extLst>
          </p:cNvPr>
          <p:cNvSpPr/>
          <p:nvPr/>
        </p:nvSpPr>
        <p:spPr>
          <a:xfrm flipV="1">
            <a:off x="262613" y="616370"/>
            <a:ext cx="2175787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24D2CC-86CD-C368-65E2-783BA56CC97C}"/>
              </a:ext>
            </a:extLst>
          </p:cNvPr>
          <p:cNvSpPr txBox="1"/>
          <p:nvPr/>
        </p:nvSpPr>
        <p:spPr>
          <a:xfrm>
            <a:off x="178695" y="1321766"/>
            <a:ext cx="11873967" cy="37343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</a:pPr>
            <a:r>
              <a:rPr lang="en-AU" sz="1000" b="1" dirty="0"/>
              <a:t>1. Full Network Deployment</a:t>
            </a:r>
          </a:p>
          <a:p>
            <a:r>
              <a:rPr lang="en-AU" sz="1000" dirty="0"/>
              <a:t>The network itself is usually deployed using: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/>
              <a:t>Docker and Docker Compose</a:t>
            </a:r>
            <a:r>
              <a:rPr lang="en-AU" sz="1000" dirty="0"/>
              <a:t>: Official samples use YAML files to deploy multiple peers, </a:t>
            </a:r>
            <a:r>
              <a:rPr lang="en-AU" sz="1000" dirty="0" err="1"/>
              <a:t>orderers</a:t>
            </a:r>
            <a:r>
              <a:rPr lang="en-AU" sz="1000" dirty="0"/>
              <a:t>, and CAs.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/>
              <a:t>Kubernetes/Helm</a:t>
            </a:r>
            <a:r>
              <a:rPr lang="en-AU" sz="1000" dirty="0"/>
              <a:t>: For scalable and production-grade deployments, many enterprises deploy Fabric in Kubernetes clusters.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b="1" dirty="0"/>
              <a:t>Fabric Test Networks</a:t>
            </a:r>
            <a:r>
              <a:rPr lang="en-AU" sz="1000" dirty="0"/>
              <a:t>: Hyperledger provides scripts and samples to quickly bring up a network for testing (test-network folder in Fabric samples).</a:t>
            </a:r>
            <a:endParaRPr lang="en-AU" sz="1000" b="1" dirty="0">
              <a:effectLst/>
              <a:latin typeface="+mj-lt"/>
            </a:endParaRPr>
          </a:p>
          <a:p>
            <a:pPr marL="0" marR="0" indent="0" algn="l">
              <a:lnSpc>
                <a:spcPts val="1950"/>
              </a:lnSpc>
              <a:buNone/>
            </a:pPr>
            <a:r>
              <a:rPr lang="en-AU" sz="1000" b="1" dirty="0">
                <a:latin typeface="+mj-lt"/>
              </a:rPr>
              <a:t>2</a:t>
            </a:r>
            <a:r>
              <a:rPr lang="en-AU" sz="1000" b="1">
                <a:effectLst/>
                <a:latin typeface="+mj-lt"/>
              </a:rPr>
              <a:t>. </a:t>
            </a:r>
            <a:r>
              <a:rPr lang="en-AU" sz="1000" b="1" dirty="0">
                <a:effectLst/>
                <a:latin typeface="+mj-lt"/>
              </a:rPr>
              <a:t>Language Options for Interacting with Fabric</a:t>
            </a:r>
          </a:p>
          <a:p>
            <a:pPr indent="0" algn="l">
              <a:buNone/>
            </a:pPr>
            <a:r>
              <a:rPr lang="en-AU" sz="1000" b="0" i="0" dirty="0">
                <a:effectLst/>
                <a:latin typeface="+mj-lt"/>
              </a:rPr>
              <a:t>Hyperledger Fabric supports multiple SDKs for application development: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1" i="0" dirty="0">
                <a:effectLst/>
                <a:latin typeface="+mj-lt"/>
              </a:rPr>
              <a:t>Python</a:t>
            </a:r>
            <a:r>
              <a:rPr lang="en-AU" sz="1000" b="0" i="0" dirty="0">
                <a:effectLst/>
                <a:latin typeface="+mj-lt"/>
              </a:rPr>
              <a:t>: For writing applications that interact with the network (querying or invoking </a:t>
            </a:r>
            <a:r>
              <a:rPr lang="en-AU" sz="1000" b="0" i="0" dirty="0" err="1">
                <a:effectLst/>
                <a:latin typeface="+mj-lt"/>
              </a:rPr>
              <a:t>chaincode</a:t>
            </a:r>
            <a:r>
              <a:rPr lang="en-AU" sz="1000" b="0" i="0" dirty="0">
                <a:effectLst/>
                <a:latin typeface="+mj-lt"/>
              </a:rPr>
              <a:t>). The fabric-</a:t>
            </a:r>
            <a:r>
              <a:rPr lang="en-AU" sz="1000" b="0" i="0" dirty="0" err="1">
                <a:effectLst/>
                <a:latin typeface="+mj-lt"/>
              </a:rPr>
              <a:t>sdk</a:t>
            </a:r>
            <a:r>
              <a:rPr lang="en-AU" sz="1000" b="0" i="0" dirty="0">
                <a:effectLst/>
                <a:latin typeface="+mj-lt"/>
              </a:rPr>
              <a:t>-</a:t>
            </a:r>
            <a:r>
              <a:rPr lang="en-AU" sz="1000" b="0" i="0" dirty="0" err="1">
                <a:effectLst/>
                <a:latin typeface="+mj-lt"/>
              </a:rPr>
              <a:t>py</a:t>
            </a:r>
            <a:r>
              <a:rPr lang="en-AU" sz="1000" b="0" i="0" dirty="0">
                <a:effectLst/>
                <a:latin typeface="+mj-lt"/>
              </a:rPr>
              <a:t> or REST APIs can be used.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1" i="0" dirty="0">
                <a:effectLst/>
                <a:latin typeface="+mj-lt"/>
              </a:rPr>
              <a:t>Node.js (JavaScript)</a:t>
            </a:r>
            <a:r>
              <a:rPr lang="en-AU" sz="1000" b="0" i="0" dirty="0">
                <a:effectLst/>
                <a:latin typeface="+mj-lt"/>
              </a:rPr>
              <a:t>: Widely used and officially supported for Fabric client apps.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1" i="0" dirty="0">
                <a:effectLst/>
                <a:latin typeface="+mj-lt"/>
              </a:rPr>
              <a:t>Java</a:t>
            </a:r>
            <a:r>
              <a:rPr lang="en-AU" sz="1000" b="0" i="0" dirty="0">
                <a:effectLst/>
                <a:latin typeface="+mj-lt"/>
              </a:rPr>
              <a:t>: Full-featured SDK provided for enterprise-grade applications.</a:t>
            </a:r>
          </a:p>
          <a:p>
            <a:pPr indent="0" algn="l">
              <a:buNone/>
            </a:pPr>
            <a:r>
              <a:rPr lang="en-AU" sz="1000" b="0" i="0" dirty="0">
                <a:effectLst/>
                <a:latin typeface="+mj-lt"/>
              </a:rPr>
              <a:t>Important: SDKs are used to </a:t>
            </a:r>
            <a:r>
              <a:rPr lang="en-AU" sz="1000" b="1" i="0" dirty="0">
                <a:effectLst/>
                <a:latin typeface="+mj-lt"/>
              </a:rPr>
              <a:t>interact with the network</a:t>
            </a:r>
            <a:r>
              <a:rPr lang="en-AU" sz="1000" b="0" i="0" dirty="0">
                <a:effectLst/>
                <a:latin typeface="+mj-lt"/>
              </a:rPr>
              <a:t>—they are not used to deploy the network itself.</a:t>
            </a:r>
          </a:p>
          <a:p>
            <a:pPr marL="0" marR="0" indent="0" algn="l">
              <a:lnSpc>
                <a:spcPts val="1950"/>
              </a:lnSpc>
              <a:buNone/>
            </a:pPr>
            <a:r>
              <a:rPr lang="en-AU" sz="1000" b="1" dirty="0">
                <a:effectLst/>
                <a:latin typeface="+mj-lt"/>
              </a:rPr>
              <a:t>3. Vendor and Managed Solutions</a:t>
            </a:r>
          </a:p>
          <a:p>
            <a:pPr indent="0" algn="l">
              <a:buNone/>
            </a:pPr>
            <a:r>
              <a:rPr lang="en-AU" sz="1000" b="0" i="0" dirty="0">
                <a:effectLst/>
                <a:latin typeface="+mj-lt"/>
              </a:rPr>
              <a:t>Several vendors offer </a:t>
            </a:r>
            <a:r>
              <a:rPr lang="en-AU" sz="1000" b="1" i="0" dirty="0">
                <a:effectLst/>
                <a:latin typeface="+mj-lt"/>
              </a:rPr>
              <a:t>managed or turnkey solutions</a:t>
            </a:r>
            <a:r>
              <a:rPr lang="en-AU" sz="1000" b="0" i="0" dirty="0">
                <a:effectLst/>
                <a:latin typeface="+mj-lt"/>
              </a:rPr>
              <a:t>, so you don’t need to configure everything manually: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1" i="0" dirty="0">
                <a:effectLst/>
                <a:latin typeface="+mj-lt"/>
              </a:rPr>
              <a:t>IBM Blockchain Platform</a:t>
            </a:r>
            <a:r>
              <a:rPr lang="en-AU" sz="1000" b="0" i="0" dirty="0">
                <a:effectLst/>
                <a:latin typeface="+mj-lt"/>
              </a:rPr>
              <a:t>: Managed Hyperledger Fabric service with GUI, cloud deployment, and monitoring on IBM Cloud.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1" i="0" dirty="0">
                <a:effectLst/>
                <a:latin typeface="+mj-lt"/>
              </a:rPr>
              <a:t>Oracle Blockchain Platform</a:t>
            </a:r>
            <a:r>
              <a:rPr lang="en-AU" sz="1000" b="0" i="0" dirty="0">
                <a:effectLst/>
                <a:latin typeface="+mj-lt"/>
              </a:rPr>
              <a:t>: Fully managed Fabric environment on Oracle Cloud.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1" i="0" dirty="0">
                <a:effectLst/>
                <a:latin typeface="+mj-lt"/>
              </a:rPr>
              <a:t>AWS Managed Blockchain</a:t>
            </a:r>
            <a:r>
              <a:rPr lang="en-AU" sz="1000" b="0" i="0" dirty="0">
                <a:effectLst/>
                <a:latin typeface="+mj-lt"/>
              </a:rPr>
              <a:t>: Supports Hyperledger Fabric networks with automated provisioning and scaling.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1" i="0" dirty="0">
                <a:effectLst/>
                <a:latin typeface="+mj-lt"/>
              </a:rPr>
              <a:t>Azure Blockchain Service (deprecated but historically used)</a:t>
            </a:r>
            <a:r>
              <a:rPr lang="en-AU" sz="1000" b="0" i="0" dirty="0">
                <a:effectLst/>
                <a:latin typeface="+mj-lt"/>
              </a:rPr>
              <a:t>: Provided simplified Fabric network deployment.</a:t>
            </a:r>
          </a:p>
          <a:p>
            <a:pPr algn="l"/>
            <a:r>
              <a:rPr lang="en-AU" sz="1000" b="0" i="0" dirty="0">
                <a:effectLst/>
                <a:latin typeface="+mj-lt"/>
              </a:rPr>
              <a:t>These solutions significantly reduce operational complexity, remove the need for low-level Python deployments, and are ideal for enterprises without blockchain DevOps expertise.</a:t>
            </a:r>
          </a:p>
          <a:p>
            <a:pPr marL="0" marR="0" indent="0" algn="l">
              <a:lnSpc>
                <a:spcPts val="1950"/>
              </a:lnSpc>
              <a:buNone/>
            </a:pPr>
            <a:r>
              <a:rPr lang="en-AU" sz="1000" b="1" dirty="0">
                <a:effectLst/>
                <a:latin typeface="+mj-lt"/>
              </a:rPr>
              <a:t>4. Recommended Approach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1" i="0" dirty="0">
                <a:effectLst/>
                <a:latin typeface="+mj-lt"/>
              </a:rPr>
              <a:t>Local Development / Testing</a:t>
            </a:r>
            <a:r>
              <a:rPr lang="en-AU" sz="1000" b="0" i="0" dirty="0">
                <a:effectLst/>
                <a:latin typeface="+mj-lt"/>
              </a:rPr>
              <a:t>: Python SDK is fine for interacting with Fabric but use official Fabric scripts to deploy the network.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1" i="0" dirty="0">
                <a:effectLst/>
                <a:latin typeface="+mj-lt"/>
              </a:rPr>
              <a:t>Production / Enterprise</a:t>
            </a:r>
            <a:r>
              <a:rPr lang="en-AU" sz="1000" b="0" i="0" dirty="0">
                <a:effectLst/>
                <a:latin typeface="+mj-lt"/>
              </a:rPr>
              <a:t>: Consider a managed service from IBM, AWS, or Oracle to simplify deployment and maintenance.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44535-579C-33CE-C976-7F6F79020FB3}"/>
              </a:ext>
            </a:extLst>
          </p:cNvPr>
          <p:cNvSpPr txBox="1"/>
          <p:nvPr/>
        </p:nvSpPr>
        <p:spPr>
          <a:xfrm>
            <a:off x="143860" y="5148250"/>
            <a:ext cx="11908802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1950"/>
              </a:lnSpc>
              <a:buNone/>
            </a:pPr>
            <a:r>
              <a:rPr lang="en-AU" sz="1000" b="1" dirty="0">
                <a:effectLst/>
                <a:latin typeface="+mj-lt"/>
              </a:rPr>
              <a:t>Summary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dirty="0">
                <a:latin typeface="+mj-lt"/>
              </a:rPr>
              <a:t>We</a:t>
            </a:r>
            <a:r>
              <a:rPr lang="en-AU" sz="1000" b="0" i="0" dirty="0">
                <a:effectLst/>
                <a:latin typeface="+mj-lt"/>
              </a:rPr>
              <a:t> </a:t>
            </a:r>
            <a:r>
              <a:rPr lang="en-AU" sz="1000" b="1" i="0" dirty="0">
                <a:effectLst/>
                <a:latin typeface="+mj-lt"/>
              </a:rPr>
              <a:t>CANNOT implement the full network in Python alone</a:t>
            </a:r>
            <a:r>
              <a:rPr lang="en-AU" sz="1000" b="0" i="0" dirty="0">
                <a:effectLst/>
                <a:latin typeface="+mj-lt"/>
              </a:rPr>
              <a:t>; Fabric components run primarily in Go/Docker/Kubernetes.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0" i="0" dirty="0">
                <a:effectLst/>
                <a:latin typeface="+mj-lt"/>
              </a:rPr>
              <a:t>Python is commonly used for client applications and testing.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1000" b="0" i="0" dirty="0">
                <a:effectLst/>
                <a:latin typeface="+mj-lt"/>
              </a:rPr>
              <a:t>Managed vendor solutions like IBM Blockchain Platform, AWS Managed Blockchain, and Oracle Blockchain greatly simplify full network deployment.</a:t>
            </a:r>
          </a:p>
        </p:txBody>
      </p:sp>
    </p:spTree>
    <p:extLst>
      <p:ext uri="{BB962C8B-B14F-4D97-AF65-F5344CB8AC3E}">
        <p14:creationId xmlns:p14="http://schemas.microsoft.com/office/powerpoint/2010/main" val="1852570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F7C36-0772-D47A-60FF-E6FD656E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2B6BC0-5365-C9F5-16C1-6D2394767E1E}"/>
              </a:ext>
            </a:extLst>
          </p:cNvPr>
          <p:cNvSpPr txBox="1"/>
          <p:nvPr/>
        </p:nvSpPr>
        <p:spPr>
          <a:xfrm>
            <a:off x="143860" y="6435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Sample Implementation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814FB-41C0-AACA-3D68-94A6993CFD8B}"/>
              </a:ext>
            </a:extLst>
          </p:cNvPr>
          <p:cNvSpPr/>
          <p:nvPr/>
        </p:nvSpPr>
        <p:spPr>
          <a:xfrm flipV="1">
            <a:off x="262612" y="590074"/>
            <a:ext cx="4207787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D2DEF-4F70-BE4F-0A50-C30CE4B01917}"/>
              </a:ext>
            </a:extLst>
          </p:cNvPr>
          <p:cNvSpPr txBox="1"/>
          <p:nvPr/>
        </p:nvSpPr>
        <p:spPr>
          <a:xfrm>
            <a:off x="143860" y="909328"/>
            <a:ext cx="6134100" cy="3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1950"/>
              </a:lnSpc>
              <a:buNone/>
            </a:pPr>
            <a:r>
              <a:rPr lang="en-AU" sz="1000" b="1" dirty="0">
                <a:effectLst/>
                <a:latin typeface="+mj-lt"/>
              </a:rPr>
              <a:t>Core Network Components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101C39-8A2B-1D10-9E85-7238E679C8EF}"/>
              </a:ext>
            </a:extLst>
          </p:cNvPr>
          <p:cNvSpPr/>
          <p:nvPr/>
        </p:nvSpPr>
        <p:spPr>
          <a:xfrm>
            <a:off x="262613" y="1394484"/>
            <a:ext cx="1676401" cy="3979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 err="1">
                <a:solidFill>
                  <a:schemeClr val="tx1"/>
                </a:solidFill>
              </a:rPr>
              <a:t>Orderer</a:t>
            </a:r>
            <a:r>
              <a:rPr lang="en-AU" sz="900" dirty="0">
                <a:solidFill>
                  <a:schemeClr val="tx1"/>
                </a:solidFill>
              </a:rPr>
              <a:t> Node</a:t>
            </a:r>
          </a:p>
          <a:p>
            <a:pPr algn="ctr"/>
            <a:r>
              <a:rPr lang="en-AU" sz="900" dirty="0">
                <a:solidFill>
                  <a:schemeClr val="tx1"/>
                </a:solidFill>
              </a:rPr>
              <a:t>(consensus layer)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0A18FB-EDE6-2A05-84D1-750225A08A41}"/>
              </a:ext>
            </a:extLst>
          </p:cNvPr>
          <p:cNvSpPr/>
          <p:nvPr/>
        </p:nvSpPr>
        <p:spPr>
          <a:xfrm>
            <a:off x="2372709" y="1396898"/>
            <a:ext cx="1676401" cy="3979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Certificate Auth</a:t>
            </a:r>
          </a:p>
          <a:p>
            <a:pPr algn="ctr"/>
            <a:r>
              <a:rPr lang="en-AU" sz="900" dirty="0">
                <a:solidFill>
                  <a:schemeClr val="tx1"/>
                </a:solidFill>
              </a:rPr>
              <a:t>(Membership </a:t>
            </a:r>
            <a:r>
              <a:rPr lang="en-AU" sz="900" dirty="0" err="1">
                <a:solidFill>
                  <a:schemeClr val="tx1"/>
                </a:solidFill>
              </a:rPr>
              <a:t>Mgmt</a:t>
            </a:r>
            <a:r>
              <a:rPr lang="en-AU" sz="9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D7B9D4B-C136-B84A-4219-59E332F5C3B0}"/>
              </a:ext>
            </a:extLst>
          </p:cNvPr>
          <p:cNvSpPr/>
          <p:nvPr/>
        </p:nvSpPr>
        <p:spPr>
          <a:xfrm>
            <a:off x="262613" y="2210002"/>
            <a:ext cx="1676401" cy="3979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Peer Node Org1</a:t>
            </a:r>
          </a:p>
          <a:p>
            <a:pPr algn="ctr"/>
            <a:r>
              <a:rPr lang="en-AU" sz="900" dirty="0">
                <a:solidFill>
                  <a:schemeClr val="tx1"/>
                </a:solidFill>
              </a:rPr>
              <a:t>Ledger + </a:t>
            </a:r>
            <a:r>
              <a:rPr lang="en-AU" sz="900" dirty="0" err="1">
                <a:solidFill>
                  <a:schemeClr val="tx1"/>
                </a:solidFill>
              </a:rPr>
              <a:t>Chaincode</a:t>
            </a:r>
            <a:r>
              <a:rPr lang="en-AU" sz="9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A8A4F1D-D864-E27A-E599-B993E0593BB0}"/>
              </a:ext>
            </a:extLst>
          </p:cNvPr>
          <p:cNvSpPr/>
          <p:nvPr/>
        </p:nvSpPr>
        <p:spPr>
          <a:xfrm>
            <a:off x="2372709" y="2159094"/>
            <a:ext cx="1676385" cy="3979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Peer Node Org2</a:t>
            </a:r>
          </a:p>
          <a:p>
            <a:pPr algn="ctr"/>
            <a:r>
              <a:rPr lang="en-AU" sz="900" dirty="0">
                <a:solidFill>
                  <a:schemeClr val="tx1"/>
                </a:solidFill>
              </a:rPr>
              <a:t>Ledger + </a:t>
            </a:r>
            <a:r>
              <a:rPr lang="en-AU" sz="900" dirty="0" err="1">
                <a:solidFill>
                  <a:schemeClr val="tx1"/>
                </a:solidFill>
              </a:rPr>
              <a:t>Chaincode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FC98B2A-A11E-0E64-EA95-63DF86B03FB3}"/>
              </a:ext>
            </a:extLst>
          </p:cNvPr>
          <p:cNvSpPr/>
          <p:nvPr/>
        </p:nvSpPr>
        <p:spPr>
          <a:xfrm>
            <a:off x="1384372" y="3014135"/>
            <a:ext cx="1595895" cy="3979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Channel(s)</a:t>
            </a:r>
          </a:p>
          <a:p>
            <a:pPr algn="ctr"/>
            <a:r>
              <a:rPr lang="en-AU" sz="900" dirty="0">
                <a:solidFill>
                  <a:schemeClr val="tx1"/>
                </a:solidFill>
              </a:rPr>
              <a:t>(Shared Ledger + Privacy)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34904D-D0A1-9E46-DA4D-70CF1BE0EAF1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1939014" y="1593451"/>
            <a:ext cx="433695" cy="24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E64094-AB40-352C-2F87-5C63C84ADFE5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1100814" y="1792417"/>
            <a:ext cx="0" cy="4175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DD32AB-3F0D-E0F2-9A62-1290C02B1DF6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 flipH="1">
            <a:off x="3210902" y="1794831"/>
            <a:ext cx="8" cy="3642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BABFC38-C85E-52A0-B523-2FFF0835F594}"/>
              </a:ext>
            </a:extLst>
          </p:cNvPr>
          <p:cNvCxnSpPr>
            <a:cxnSpLocks/>
            <a:stCxn id="13" idx="2"/>
            <a:endCxn id="17" idx="1"/>
          </p:cNvCxnSpPr>
          <p:nvPr/>
        </p:nvCxnSpPr>
        <p:spPr>
          <a:xfrm rot="16200000" flipH="1">
            <a:off x="940010" y="2768739"/>
            <a:ext cx="605167" cy="28355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5">
            <a:extLst>
              <a:ext uri="{FF2B5EF4-FFF2-40B4-BE49-F238E27FC236}">
                <a16:creationId xmlns:a16="http://schemas.microsoft.com/office/drawing/2014/main" id="{A60F13F1-2DD2-7A69-6FA4-8BC62990078E}"/>
              </a:ext>
            </a:extLst>
          </p:cNvPr>
          <p:cNvCxnSpPr>
            <a:cxnSpLocks/>
            <a:stCxn id="15" idx="2"/>
            <a:endCxn id="17" idx="3"/>
          </p:cNvCxnSpPr>
          <p:nvPr/>
        </p:nvCxnSpPr>
        <p:spPr>
          <a:xfrm rot="5400000">
            <a:off x="2767548" y="2769747"/>
            <a:ext cx="656075" cy="230635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54A107A-6B19-8F2A-19BC-6DE782A05017}"/>
              </a:ext>
            </a:extLst>
          </p:cNvPr>
          <p:cNvSpPr txBox="1"/>
          <p:nvPr/>
        </p:nvSpPr>
        <p:spPr>
          <a:xfrm>
            <a:off x="228745" y="3577364"/>
            <a:ext cx="4944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 err="1">
                <a:effectLst/>
                <a:latin typeface="+mj-lt"/>
              </a:rPr>
              <a:t>Orderer</a:t>
            </a:r>
            <a:r>
              <a:rPr lang="en-AU" sz="900" b="0" i="0" dirty="0">
                <a:effectLst/>
                <a:latin typeface="+mj-lt"/>
              </a:rPr>
              <a:t>: Handles transaction ordering and consensus (e.g., Raft protocol).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Peers</a:t>
            </a:r>
            <a:r>
              <a:rPr lang="en-AU" sz="900" b="0" i="0" dirty="0">
                <a:effectLst/>
                <a:latin typeface="+mj-lt"/>
              </a:rPr>
              <a:t>: Host ledger and </a:t>
            </a:r>
            <a:r>
              <a:rPr lang="en-AU" sz="900" b="0" i="0" dirty="0" err="1">
                <a:effectLst/>
                <a:latin typeface="+mj-lt"/>
              </a:rPr>
              <a:t>chaincode</a:t>
            </a:r>
            <a:r>
              <a:rPr lang="en-AU" sz="900" b="0" i="0" dirty="0">
                <a:effectLst/>
                <a:latin typeface="+mj-lt"/>
              </a:rPr>
              <a:t> (smart contracts). Each organization typically has multiple peers.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Certificate Authorities (CAs)</a:t>
            </a:r>
            <a:r>
              <a:rPr lang="en-AU" sz="900" b="0" i="0" dirty="0">
                <a:effectLst/>
                <a:latin typeface="+mj-lt"/>
              </a:rPr>
              <a:t>: Manage identities and permissions for nodes and users.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Channels</a:t>
            </a:r>
            <a:r>
              <a:rPr lang="en-AU" sz="900" b="0" i="0" dirty="0">
                <a:effectLst/>
                <a:latin typeface="+mj-lt"/>
              </a:rPr>
              <a:t>: Enable private communication between subsets of organizations.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5FE639-2B2A-6D9A-5420-DEF65C210DD0}"/>
              </a:ext>
            </a:extLst>
          </p:cNvPr>
          <p:cNvSpPr txBox="1"/>
          <p:nvPr/>
        </p:nvSpPr>
        <p:spPr>
          <a:xfrm>
            <a:off x="6281377" y="1004712"/>
            <a:ext cx="6134100" cy="3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1950"/>
              </a:lnSpc>
              <a:buNone/>
            </a:pPr>
            <a:r>
              <a:rPr lang="en-AU" sz="1000" b="1" dirty="0">
                <a:effectLst/>
                <a:latin typeface="+mj-lt"/>
              </a:rPr>
              <a:t>Client Interaction Layer (Python, Node, Java)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25C3D91-7E00-B3A4-A508-CB5A0DF3A96E}"/>
              </a:ext>
            </a:extLst>
          </p:cNvPr>
          <p:cNvSpPr/>
          <p:nvPr/>
        </p:nvSpPr>
        <p:spPr>
          <a:xfrm>
            <a:off x="6410420" y="1422297"/>
            <a:ext cx="1676401" cy="3979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Client Layer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9381814-93B1-C87E-9934-96591A45114F}"/>
              </a:ext>
            </a:extLst>
          </p:cNvPr>
          <p:cNvSpPr/>
          <p:nvPr/>
        </p:nvSpPr>
        <p:spPr>
          <a:xfrm>
            <a:off x="6410420" y="2237815"/>
            <a:ext cx="1676401" cy="3979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Hyperledger Fabric  </a:t>
            </a:r>
            <a:br>
              <a:rPr lang="en-AU" sz="900" dirty="0">
                <a:solidFill>
                  <a:schemeClr val="tx1"/>
                </a:solidFill>
              </a:rPr>
            </a:br>
            <a:r>
              <a:rPr lang="en-AU" sz="900" dirty="0">
                <a:solidFill>
                  <a:schemeClr val="tx1"/>
                </a:solidFill>
              </a:rPr>
              <a:t>Network APIs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ACFAC9-E356-6D92-7397-C0C3D6D2AF18}"/>
              </a:ext>
            </a:extLst>
          </p:cNvPr>
          <p:cNvSpPr txBox="1"/>
          <p:nvPr/>
        </p:nvSpPr>
        <p:spPr>
          <a:xfrm>
            <a:off x="6253803" y="2918592"/>
            <a:ext cx="5319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/>
              <a:t>Python (via fabric-</a:t>
            </a:r>
            <a:r>
              <a:rPr lang="en-AU" sz="900" dirty="0" err="1"/>
              <a:t>sdk</a:t>
            </a:r>
            <a:r>
              <a:rPr lang="en-AU" sz="900" dirty="0"/>
              <a:t>-</a:t>
            </a:r>
            <a:r>
              <a:rPr lang="en-AU" sz="900" dirty="0" err="1"/>
              <a:t>py</a:t>
            </a:r>
            <a:r>
              <a:rPr lang="en-AU" sz="900" dirty="0"/>
              <a:t>) can </a:t>
            </a:r>
            <a:r>
              <a:rPr lang="en-AU" sz="900" b="1" dirty="0"/>
              <a:t>query or invoke </a:t>
            </a:r>
            <a:r>
              <a:rPr lang="en-AU" sz="900" b="1" dirty="0" err="1"/>
              <a:t>chaincode</a:t>
            </a:r>
            <a:r>
              <a:rPr lang="en-AU" sz="900" dirty="0"/>
              <a:t>, setup channels, and submit transactions.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/>
              <a:t>Node.js or Java SDKs are smoother for enterprise-grade applications and official examples.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DB6CEF7-A1D3-C4D6-9DC5-E3B87748D250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7248621" y="1820230"/>
            <a:ext cx="0" cy="4175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8A9EADC-3170-4A3B-590B-FA03B15CA0C4}"/>
              </a:ext>
            </a:extLst>
          </p:cNvPr>
          <p:cNvSpPr txBox="1"/>
          <p:nvPr/>
        </p:nvSpPr>
        <p:spPr>
          <a:xfrm>
            <a:off x="6305236" y="4632334"/>
            <a:ext cx="6134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00" b="1" dirty="0"/>
              <a:t>Optional Managed or Vendor Layer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E57A5C8-FAD4-5BE5-F6DA-9B2F9FD49D9F}"/>
              </a:ext>
            </a:extLst>
          </p:cNvPr>
          <p:cNvSpPr/>
          <p:nvPr/>
        </p:nvSpPr>
        <p:spPr>
          <a:xfrm>
            <a:off x="6434279" y="5049919"/>
            <a:ext cx="1676401" cy="3979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IBM / AWS / Oracle</a:t>
            </a:r>
          </a:p>
          <a:p>
            <a:pPr algn="ctr"/>
            <a:r>
              <a:rPr lang="en-AU" sz="900" dirty="0">
                <a:solidFill>
                  <a:schemeClr val="tx1"/>
                </a:solidFill>
              </a:rPr>
              <a:t>Managed Blockchain Service 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B8DC07E-88E8-41DC-2458-18BE944DD704}"/>
              </a:ext>
            </a:extLst>
          </p:cNvPr>
          <p:cNvSpPr/>
          <p:nvPr/>
        </p:nvSpPr>
        <p:spPr>
          <a:xfrm>
            <a:off x="6434279" y="5865437"/>
            <a:ext cx="1676401" cy="3979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Peer Node</a:t>
            </a:r>
          </a:p>
          <a:p>
            <a:pPr algn="ctr"/>
            <a:r>
              <a:rPr lang="en-AU" sz="900" dirty="0">
                <a:solidFill>
                  <a:schemeClr val="tx1"/>
                </a:solidFill>
              </a:rPr>
              <a:t>Ledger + </a:t>
            </a:r>
            <a:r>
              <a:rPr lang="en-AU" sz="900" dirty="0" err="1">
                <a:solidFill>
                  <a:schemeClr val="tx1"/>
                </a:solidFill>
              </a:rPr>
              <a:t>Chaincode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137BBF-D6CA-A60F-026E-72A479BF24AE}"/>
              </a:ext>
            </a:extLst>
          </p:cNvPr>
          <p:cNvSpPr txBox="1"/>
          <p:nvPr/>
        </p:nvSpPr>
        <p:spPr>
          <a:xfrm>
            <a:off x="6438514" y="6476715"/>
            <a:ext cx="53191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/>
              <a:t>Benefits</a:t>
            </a:r>
            <a:r>
              <a:rPr lang="en-AU" sz="900" dirty="0"/>
              <a:t>: Fast deployment, monitoring, automated scaling, and reduced DevOps overhead.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A458A54-53F3-D062-97DB-DE9C74B41E3C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>
            <a:off x="7272480" y="5447852"/>
            <a:ext cx="0" cy="4175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354D6E3-D9EF-F4BE-BD73-70F5D2C89CAC}"/>
              </a:ext>
            </a:extLst>
          </p:cNvPr>
          <p:cNvSpPr txBox="1"/>
          <p:nvPr/>
        </p:nvSpPr>
        <p:spPr>
          <a:xfrm>
            <a:off x="8102286" y="5100089"/>
            <a:ext cx="26607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900" b="1" dirty="0"/>
              <a:t>Deploy &amp; Manage Fabric Network</a:t>
            </a:r>
            <a:endParaRPr lang="en-AU" sz="900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24D38759-7CAE-9797-52B3-209B44C42109}"/>
              </a:ext>
            </a:extLst>
          </p:cNvPr>
          <p:cNvSpPr/>
          <p:nvPr/>
        </p:nvSpPr>
        <p:spPr>
          <a:xfrm>
            <a:off x="8434820" y="5832728"/>
            <a:ext cx="1676401" cy="3979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 err="1">
                <a:solidFill>
                  <a:schemeClr val="tx1"/>
                </a:solidFill>
              </a:rPr>
              <a:t>Orderer</a:t>
            </a:r>
            <a:r>
              <a:rPr lang="en-AU" sz="900" dirty="0">
                <a:solidFill>
                  <a:schemeClr val="tx1"/>
                </a:solidFill>
              </a:rPr>
              <a:t> Node</a:t>
            </a:r>
          </a:p>
          <a:p>
            <a:pPr algn="ctr"/>
            <a:r>
              <a:rPr lang="en-AU" sz="900" dirty="0">
                <a:solidFill>
                  <a:schemeClr val="tx1"/>
                </a:solidFill>
              </a:rPr>
              <a:t>(consensus layer)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13F0110-DB2D-1E26-75EE-D195A22D8E39}"/>
              </a:ext>
            </a:extLst>
          </p:cNvPr>
          <p:cNvCxnSpPr>
            <a:cxnSpLocks/>
            <a:stCxn id="70" idx="2"/>
            <a:endCxn id="85" idx="0"/>
          </p:cNvCxnSpPr>
          <p:nvPr/>
        </p:nvCxnSpPr>
        <p:spPr>
          <a:xfrm rot="16200000" flipH="1">
            <a:off x="8080312" y="4640019"/>
            <a:ext cx="384876" cy="200054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9F8BDC4-113D-0D27-D27D-E485BEFCBA5D}"/>
              </a:ext>
            </a:extLst>
          </p:cNvPr>
          <p:cNvSpPr txBox="1"/>
          <p:nvPr/>
        </p:nvSpPr>
        <p:spPr>
          <a:xfrm>
            <a:off x="328092" y="4651223"/>
            <a:ext cx="6134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00" b="1" dirty="0"/>
              <a:t>Kubernetes/Docker Deployment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C1BC80E2-EC9D-A8B6-CFF8-A538B19D0B6B}"/>
              </a:ext>
            </a:extLst>
          </p:cNvPr>
          <p:cNvSpPr/>
          <p:nvPr/>
        </p:nvSpPr>
        <p:spPr>
          <a:xfrm>
            <a:off x="347507" y="5075135"/>
            <a:ext cx="2836187" cy="64331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Kubernetes Cluster / Docker</a:t>
            </a:r>
          </a:p>
          <a:p>
            <a:pPr algn="ctr"/>
            <a:r>
              <a:rPr lang="en-AU" sz="900" dirty="0">
                <a:solidFill>
                  <a:schemeClr val="tx1"/>
                </a:solidFill>
              </a:rPr>
              <a:t>Pods: Peers &amp; </a:t>
            </a:r>
            <a:r>
              <a:rPr lang="en-AU" sz="900" dirty="0" err="1">
                <a:solidFill>
                  <a:schemeClr val="tx1"/>
                </a:solidFill>
              </a:rPr>
              <a:t>Orderers</a:t>
            </a:r>
            <a:endParaRPr lang="en-AU" sz="900" dirty="0">
              <a:solidFill>
                <a:schemeClr val="tx1"/>
              </a:solidFill>
            </a:endParaRPr>
          </a:p>
          <a:p>
            <a:pPr algn="ctr"/>
            <a:r>
              <a:rPr lang="en-AU" sz="900" dirty="0">
                <a:solidFill>
                  <a:schemeClr val="tx1"/>
                </a:solidFill>
              </a:rPr>
              <a:t>Services: CA, Channels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563743A-8E82-FAC3-5A43-8411C29329C7}"/>
              </a:ext>
            </a:extLst>
          </p:cNvPr>
          <p:cNvSpPr txBox="1"/>
          <p:nvPr/>
        </p:nvSpPr>
        <p:spPr>
          <a:xfrm>
            <a:off x="228745" y="5890120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buFont typeface="Arial" panose="020B0604020202020204" pitchFamily="34" charset="0"/>
              <a:buChar char="•"/>
            </a:pPr>
            <a:r>
              <a:rPr lang="en-AU" sz="900" b="0" i="0" dirty="0">
                <a:effectLst/>
                <a:latin typeface="+mj-lt"/>
              </a:rPr>
              <a:t>Fabric components are usually containerized.</a:t>
            </a:r>
          </a:p>
          <a:p>
            <a:pPr marL="285750" marR="0" indent="-285750" algn="l">
              <a:buFont typeface="Arial" panose="020B0604020202020204" pitchFamily="34" charset="0"/>
              <a:buChar char="•"/>
            </a:pPr>
            <a:r>
              <a:rPr lang="en-AU" sz="900" b="0" i="0" dirty="0">
                <a:effectLst/>
                <a:latin typeface="+mj-lt"/>
              </a:rPr>
              <a:t>Helm charts or Fabric scripts (e.g., test-network) can automate deployment.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4F32C54-EBE9-D07F-A4A5-ACEBE7B23FAA}"/>
              </a:ext>
            </a:extLst>
          </p:cNvPr>
          <p:cNvSpPr/>
          <p:nvPr/>
        </p:nvSpPr>
        <p:spPr>
          <a:xfrm>
            <a:off x="1962333" y="977407"/>
            <a:ext cx="219986" cy="25832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/>
              <a:t>1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9A10216-CC13-C4EA-6524-85CF1F704C3B}"/>
              </a:ext>
            </a:extLst>
          </p:cNvPr>
          <p:cNvSpPr/>
          <p:nvPr/>
        </p:nvSpPr>
        <p:spPr>
          <a:xfrm>
            <a:off x="9152300" y="1071801"/>
            <a:ext cx="219986" cy="25832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/>
              <a:t>2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AA54658-0F1E-1219-0556-1890FEAFBD74}"/>
              </a:ext>
            </a:extLst>
          </p:cNvPr>
          <p:cNvSpPr/>
          <p:nvPr/>
        </p:nvSpPr>
        <p:spPr>
          <a:xfrm>
            <a:off x="8913451" y="4598282"/>
            <a:ext cx="219986" cy="25832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/>
              <a:t>3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266FCA5-9ED5-7E29-129C-1B8AE7739FC3}"/>
              </a:ext>
            </a:extLst>
          </p:cNvPr>
          <p:cNvSpPr/>
          <p:nvPr/>
        </p:nvSpPr>
        <p:spPr>
          <a:xfrm>
            <a:off x="2760281" y="4657174"/>
            <a:ext cx="219986" cy="25832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/>
              <a:t>4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714C6FA-C823-4544-1A0B-088FF1E9CA7E}"/>
              </a:ext>
            </a:extLst>
          </p:cNvPr>
          <p:cNvCxnSpPr>
            <a:cxnSpLocks/>
          </p:cNvCxnSpPr>
          <p:nvPr/>
        </p:nvCxnSpPr>
        <p:spPr>
          <a:xfrm>
            <a:off x="5888184" y="952008"/>
            <a:ext cx="71855" cy="575553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636AAC3-A65C-8725-04E4-F23B31AF0DFC}"/>
              </a:ext>
            </a:extLst>
          </p:cNvPr>
          <p:cNvCxnSpPr>
            <a:cxnSpLocks/>
          </p:cNvCxnSpPr>
          <p:nvPr/>
        </p:nvCxnSpPr>
        <p:spPr>
          <a:xfrm flipV="1">
            <a:off x="228745" y="4274496"/>
            <a:ext cx="11838365" cy="6675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346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5B319-F82B-051A-73FD-44246B49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3EE3A4-1251-D4FF-B20D-43027306ED9D}"/>
              </a:ext>
            </a:extLst>
          </p:cNvPr>
          <p:cNvSpPr txBox="1"/>
          <p:nvPr/>
        </p:nvSpPr>
        <p:spPr>
          <a:xfrm>
            <a:off x="200778" y="24672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 Implementation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25FBBB-313E-A710-14E5-E4FC04ADBA26}"/>
              </a:ext>
            </a:extLst>
          </p:cNvPr>
          <p:cNvSpPr/>
          <p:nvPr/>
        </p:nvSpPr>
        <p:spPr>
          <a:xfrm flipV="1">
            <a:off x="321882" y="548637"/>
            <a:ext cx="391991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A8A52E-4E97-2AB4-9EBB-A455A6DCE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749617"/>
              </p:ext>
            </p:extLst>
          </p:nvPr>
        </p:nvGraphicFramePr>
        <p:xfrm>
          <a:off x="321880" y="770466"/>
          <a:ext cx="11692318" cy="1503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68990">
                  <a:extLst>
                    <a:ext uri="{9D8B030D-6E8A-4147-A177-3AD203B41FA5}">
                      <a16:colId xmlns:a16="http://schemas.microsoft.com/office/drawing/2014/main" val="3905560132"/>
                    </a:ext>
                  </a:extLst>
                </a:gridCol>
                <a:gridCol w="2709063">
                  <a:extLst>
                    <a:ext uri="{9D8B030D-6E8A-4147-A177-3AD203B41FA5}">
                      <a16:colId xmlns:a16="http://schemas.microsoft.com/office/drawing/2014/main" val="556501966"/>
                    </a:ext>
                  </a:extLst>
                </a:gridCol>
                <a:gridCol w="1700268">
                  <a:extLst>
                    <a:ext uri="{9D8B030D-6E8A-4147-A177-3AD203B41FA5}">
                      <a16:colId xmlns:a16="http://schemas.microsoft.com/office/drawing/2014/main" val="2917952263"/>
                    </a:ext>
                  </a:extLst>
                </a:gridCol>
                <a:gridCol w="2600799">
                  <a:extLst>
                    <a:ext uri="{9D8B030D-6E8A-4147-A177-3AD203B41FA5}">
                      <a16:colId xmlns:a16="http://schemas.microsoft.com/office/drawing/2014/main" val="4212843490"/>
                    </a:ext>
                  </a:extLst>
                </a:gridCol>
                <a:gridCol w="1769533">
                  <a:extLst>
                    <a:ext uri="{9D8B030D-6E8A-4147-A177-3AD203B41FA5}">
                      <a16:colId xmlns:a16="http://schemas.microsoft.com/office/drawing/2014/main" val="4121028322"/>
                    </a:ext>
                  </a:extLst>
                </a:gridCol>
                <a:gridCol w="2243665">
                  <a:extLst>
                    <a:ext uri="{9D8B030D-6E8A-4147-A177-3AD203B41FA5}">
                      <a16:colId xmlns:a16="http://schemas.microsoft.com/office/drawing/2014/main" val="1058473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2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Cloud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2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Agentic AI Orchestration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2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ML Deployment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2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Key Storage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2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Key Compute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2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Security Services</a:t>
                      </a:r>
                    </a:p>
                  </a:txBody>
                  <a:tcPr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852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1" dirty="0">
                          <a:effectLst/>
                          <a:latin typeface="+mj-lt"/>
                        </a:rPr>
                        <a:t>AWS</a:t>
                      </a:r>
                      <a:endParaRPr lang="en-AU" sz="1000" b="0" dirty="0">
                        <a:effectLst/>
                        <a:latin typeface="+mj-lt"/>
                      </a:endParaRP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Step Functions + Lambda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SageMaker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S3, RDS, DynamoDB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EC2, Lambda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IAM, KMS, CloudWatch</a:t>
                      </a:r>
                    </a:p>
                  </a:txBody>
                  <a:tcPr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672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1">
                          <a:effectLst/>
                          <a:latin typeface="+mj-lt"/>
                        </a:rPr>
                        <a:t>GCP</a:t>
                      </a:r>
                      <a:endParaRPr lang="en-AU" sz="1000" b="0">
                        <a:effectLst/>
                        <a:latin typeface="+mj-lt"/>
                      </a:endParaRP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 dirty="0">
                          <a:effectLst/>
                          <a:latin typeface="+mj-lt"/>
                        </a:rPr>
                        <a:t>Workflows + GKE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Vertex AI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BigQuery, Cloud Storage, Firestore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Compute Engine, GKE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IAM, Security Command Center</a:t>
                      </a:r>
                    </a:p>
                  </a:txBody>
                  <a:tcPr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84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1">
                          <a:effectLst/>
                          <a:latin typeface="+mj-lt"/>
                        </a:rPr>
                        <a:t>Azure</a:t>
                      </a:r>
                      <a:endParaRPr lang="en-AU" sz="1000" b="0">
                        <a:effectLst/>
                        <a:latin typeface="+mj-lt"/>
                      </a:endParaRP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Azure ML Pipelines + Scheduler Agent Supervisor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Azure ML + OpenAI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>
                          <a:effectLst/>
                          <a:latin typeface="+mj-lt"/>
                        </a:rPr>
                        <a:t>Blob Storage, Cosmos DB, SQL Database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 dirty="0">
                          <a:effectLst/>
                          <a:latin typeface="+mj-lt"/>
                        </a:rPr>
                        <a:t>VM, AKS</a:t>
                      </a:r>
                    </a:p>
                  </a:txBody>
                  <a:tcPr marR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ts val="1950"/>
                        </a:lnSpc>
                        <a:buNone/>
                      </a:pPr>
                      <a:r>
                        <a:rPr lang="en-AU" sz="1000" b="0" dirty="0">
                          <a:effectLst/>
                          <a:latin typeface="+mj-lt"/>
                        </a:rPr>
                        <a:t>AD, Key Vault, Defender for Cloud</a:t>
                      </a:r>
                    </a:p>
                  </a:txBody>
                  <a:tcPr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8931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3D35F9-495B-A7EB-3E46-DC69F106B127}"/>
              </a:ext>
            </a:extLst>
          </p:cNvPr>
          <p:cNvSpPr txBox="1"/>
          <p:nvPr/>
        </p:nvSpPr>
        <p:spPr>
          <a:xfrm>
            <a:off x="321879" y="2465942"/>
            <a:ext cx="11692317" cy="1246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R="0" algn="l"/>
            <a:r>
              <a:rPr lang="en-AU" sz="1200" b="1" dirty="0">
                <a:latin typeface="+mj-lt"/>
              </a:rPr>
              <a:t>AWS</a:t>
            </a:r>
            <a:endParaRPr lang="en-AU" sz="1200" b="1" i="0" dirty="0">
              <a:effectLst/>
              <a:latin typeface="+mj-lt"/>
            </a:endParaRP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Compute:</a:t>
            </a:r>
            <a:r>
              <a:rPr lang="en-AU" sz="900" b="0" i="0" dirty="0">
                <a:effectLst/>
                <a:latin typeface="+mj-lt"/>
              </a:rPr>
              <a:t> Amazon EC2 instances for model training, AWS Lambda for event-driven execution.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Orchestration:</a:t>
            </a:r>
            <a:r>
              <a:rPr lang="en-AU" sz="900" b="0" i="0" dirty="0">
                <a:effectLst/>
                <a:latin typeface="+mj-lt"/>
              </a:rPr>
              <a:t> AWS Step Functions orchestrate multiple AI agents performing recommendation, inventory analysis, and user </a:t>
            </a:r>
            <a:r>
              <a:rPr lang="en-AU" sz="900" b="0" i="0" dirty="0" err="1">
                <a:effectLst/>
                <a:latin typeface="+mj-lt"/>
              </a:rPr>
              <a:t>behavior</a:t>
            </a:r>
            <a:r>
              <a:rPr lang="en-AU" sz="900" b="0" i="0" dirty="0">
                <a:effectLst/>
                <a:latin typeface="+mj-lt"/>
              </a:rPr>
              <a:t> prediction.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Data Storage:</a:t>
            </a:r>
            <a:r>
              <a:rPr lang="en-AU" sz="900" b="0" i="0" dirty="0">
                <a:effectLst/>
                <a:latin typeface="+mj-lt"/>
              </a:rPr>
              <a:t> Amazon S3 for raw event data, Amazon RDS for structured data, and Amazon DynamoDB for fast lookups.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ML Services:</a:t>
            </a:r>
            <a:r>
              <a:rPr lang="en-AU" sz="900" b="0" i="0" dirty="0">
                <a:effectLst/>
                <a:latin typeface="+mj-lt"/>
              </a:rPr>
              <a:t> Amazon SageMaker for model training and deployment, batch transform for bulk inference.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Messaging &amp; Queueing:</a:t>
            </a:r>
            <a:r>
              <a:rPr lang="en-AU" sz="900" b="0" i="0" dirty="0">
                <a:effectLst/>
                <a:latin typeface="+mj-lt"/>
              </a:rPr>
              <a:t> Amazon SQS to decouple components, SNS for event notifications.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Security &amp; Governance:</a:t>
            </a:r>
            <a:r>
              <a:rPr lang="en-AU" sz="900" b="0" i="0" dirty="0">
                <a:effectLst/>
                <a:latin typeface="+mj-lt"/>
              </a:rPr>
              <a:t> AWS IAM for access control, KMS for encryption, and CloudWatch for monitoring and logging.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Resulting Flow:</a:t>
            </a:r>
            <a:r>
              <a:rPr lang="en-AU" sz="900" b="0" i="0" dirty="0">
                <a:effectLst/>
                <a:latin typeface="+mj-lt"/>
              </a:rPr>
              <a:t> Sensor data → S3 → SageMaker-trained models → Agents orchestrated via Step Functions → Recommendations pushed to users in real time.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3A3828-C68D-DB7C-1F62-F1D74D0FE245}"/>
              </a:ext>
            </a:extLst>
          </p:cNvPr>
          <p:cNvSpPr txBox="1"/>
          <p:nvPr/>
        </p:nvSpPr>
        <p:spPr>
          <a:xfrm>
            <a:off x="321878" y="3839058"/>
            <a:ext cx="11692317" cy="1246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R="0" algn="l"/>
            <a:r>
              <a:rPr lang="en-AU" sz="1200" b="1" dirty="0">
                <a:latin typeface="+mj-lt"/>
              </a:rPr>
              <a:t>GOOGLE</a:t>
            </a:r>
            <a:endParaRPr lang="en-AU" sz="1200" b="1" i="0" dirty="0">
              <a:effectLst/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>
                <a:latin typeface="+mj-lt"/>
              </a:rPr>
              <a:t>Compute:</a:t>
            </a:r>
            <a:r>
              <a:rPr lang="en-AU" sz="900" dirty="0">
                <a:latin typeface="+mj-lt"/>
              </a:rPr>
              <a:t> Google Compute Engine for custom agent processing, GKE (Google Kubernetes Engine) for containerized agent deployment.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>
                <a:latin typeface="+mj-lt"/>
              </a:rPr>
              <a:t>Orchestration:</a:t>
            </a:r>
            <a:r>
              <a:rPr lang="en-AU" sz="900" dirty="0">
                <a:latin typeface="+mj-lt"/>
              </a:rPr>
              <a:t> Kubernetes-native </a:t>
            </a:r>
            <a:r>
              <a:rPr lang="en-AU" sz="900" dirty="0" err="1">
                <a:latin typeface="+mj-lt"/>
              </a:rPr>
              <a:t>cron</a:t>
            </a:r>
            <a:r>
              <a:rPr lang="en-AU" sz="900" dirty="0">
                <a:latin typeface="+mj-lt"/>
              </a:rPr>
              <a:t> jobs and GCP Workflows for multi-agent task coordination.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>
                <a:latin typeface="+mj-lt"/>
              </a:rPr>
              <a:t>Data Storage:</a:t>
            </a:r>
            <a:r>
              <a:rPr lang="en-AU" sz="900" dirty="0">
                <a:latin typeface="+mj-lt"/>
              </a:rPr>
              <a:t> </a:t>
            </a:r>
            <a:r>
              <a:rPr lang="en-AU" sz="900" dirty="0" err="1">
                <a:latin typeface="+mj-lt"/>
              </a:rPr>
              <a:t>BigQuery</a:t>
            </a:r>
            <a:r>
              <a:rPr lang="en-AU" sz="900" dirty="0">
                <a:latin typeface="+mj-lt"/>
              </a:rPr>
              <a:t> for analytics, Cloud Storage for unstructured input, </a:t>
            </a:r>
            <a:r>
              <a:rPr lang="en-AU" sz="900" dirty="0" err="1">
                <a:latin typeface="+mj-lt"/>
              </a:rPr>
              <a:t>Firestore</a:t>
            </a:r>
            <a:r>
              <a:rPr lang="en-AU" sz="900" dirty="0">
                <a:latin typeface="+mj-lt"/>
              </a:rPr>
              <a:t> for lightweight, </a:t>
            </a:r>
            <a:r>
              <a:rPr lang="en-AU" sz="900" dirty="0" err="1">
                <a:latin typeface="+mj-lt"/>
              </a:rPr>
              <a:t>realtime</a:t>
            </a:r>
            <a:r>
              <a:rPr lang="en-AU" sz="900" dirty="0">
                <a:latin typeface="+mj-lt"/>
              </a:rPr>
              <a:t> access.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>
                <a:latin typeface="+mj-lt"/>
              </a:rPr>
              <a:t>ML Services:</a:t>
            </a:r>
            <a:r>
              <a:rPr lang="en-AU" sz="900" dirty="0">
                <a:latin typeface="+mj-lt"/>
              </a:rPr>
              <a:t> Vertex AI for model training, model deployment, and pipelines. Pre-built AI orchestrators enable agentic decision-making across multiple data streams.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>
                <a:latin typeface="+mj-lt"/>
              </a:rPr>
              <a:t>Networking:</a:t>
            </a:r>
            <a:r>
              <a:rPr lang="en-AU" sz="900" dirty="0">
                <a:latin typeface="+mj-lt"/>
              </a:rPr>
              <a:t> Cloud Load Balancing, Internal VPC, and Anthos for hybrid cloud/multi-cluster mesh deployment.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>
                <a:latin typeface="+mj-lt"/>
              </a:rPr>
              <a:t>Security:</a:t>
            </a:r>
            <a:r>
              <a:rPr lang="en-AU" sz="900" dirty="0">
                <a:latin typeface="+mj-lt"/>
              </a:rPr>
              <a:t> Cloud IAM, Binary Authorization, and Security Command </a:t>
            </a:r>
            <a:r>
              <a:rPr lang="en-AU" sz="900" dirty="0" err="1">
                <a:latin typeface="+mj-lt"/>
              </a:rPr>
              <a:t>Center</a:t>
            </a:r>
            <a:r>
              <a:rPr lang="en-AU" sz="900" dirty="0">
                <a:latin typeface="+mj-lt"/>
              </a:rPr>
              <a:t> for continuous threat monitoring.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b="1" dirty="0">
                <a:latin typeface="+mj-lt"/>
              </a:rPr>
              <a:t>Resulting Flow:</a:t>
            </a:r>
            <a:r>
              <a:rPr lang="en-AU" sz="900" dirty="0">
                <a:latin typeface="+mj-lt"/>
              </a:rPr>
              <a:t> Multi-source data → </a:t>
            </a:r>
            <a:r>
              <a:rPr lang="en-AU" sz="900" dirty="0" err="1">
                <a:latin typeface="+mj-lt"/>
              </a:rPr>
              <a:t>BigQuery</a:t>
            </a:r>
            <a:r>
              <a:rPr lang="en-AU" sz="900" dirty="0">
                <a:latin typeface="+mj-lt"/>
              </a:rPr>
              <a:t> transformation → Vertex AI agent execution → Aggregated actionable insights across regions → Frontend dashboards.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6A5C6-4DBB-4BCB-E88D-970752833D1B}"/>
              </a:ext>
            </a:extLst>
          </p:cNvPr>
          <p:cNvSpPr txBox="1"/>
          <p:nvPr/>
        </p:nvSpPr>
        <p:spPr>
          <a:xfrm>
            <a:off x="321878" y="5218081"/>
            <a:ext cx="11692317" cy="1246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R="0" algn="l"/>
            <a:r>
              <a:rPr lang="en-AU" sz="1200" b="1" i="0" dirty="0">
                <a:effectLst/>
                <a:latin typeface="+mj-lt"/>
              </a:rPr>
              <a:t>AZURE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Compute:</a:t>
            </a:r>
            <a:r>
              <a:rPr lang="en-AU" sz="900" b="0" i="0" dirty="0">
                <a:effectLst/>
                <a:latin typeface="+mj-lt"/>
              </a:rPr>
              <a:t> Azure Virtual Machines and Azure Kubernetes Service (AKS) for containerized agents.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Orchestration:</a:t>
            </a:r>
            <a:r>
              <a:rPr lang="en-AU" sz="900" b="0" i="0" dirty="0">
                <a:effectLst/>
                <a:latin typeface="+mj-lt"/>
              </a:rPr>
              <a:t> Azure Machine Learning pipelines coordinate multiple AI agents performing RAG (retrieval-augmented generation), predictions, or analysis tasks. Scheduler Agent Supervisor pattern manages agent coordination.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Data Storage:</a:t>
            </a:r>
            <a:r>
              <a:rPr lang="en-AU" sz="900" b="0" i="0" dirty="0">
                <a:effectLst/>
                <a:latin typeface="+mj-lt"/>
              </a:rPr>
              <a:t> Azure Blob Storage for unstructured data, Cosmos DB for globally distributed NoSQL storage, Azure SQL Database for structured relational data.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ML Services:</a:t>
            </a:r>
            <a:r>
              <a:rPr lang="en-AU" sz="900" b="0" i="0" dirty="0">
                <a:effectLst/>
                <a:latin typeface="+mj-lt"/>
              </a:rPr>
              <a:t> Azure Machine Learning for scalable model deployment, Azure OpenAI Service for generative AI agents.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Messaging &amp; Event Handling:</a:t>
            </a:r>
            <a:r>
              <a:rPr lang="en-AU" sz="900" b="0" i="0" dirty="0">
                <a:effectLst/>
                <a:latin typeface="+mj-lt"/>
              </a:rPr>
              <a:t> Azure Service Bus and Event Grid manage asynchronous, decoupled communication between agents and services.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Security &amp; Compliance:</a:t>
            </a:r>
            <a:r>
              <a:rPr lang="en-AU" sz="900" b="0" i="0" dirty="0">
                <a:effectLst/>
                <a:latin typeface="+mj-lt"/>
              </a:rPr>
              <a:t> Azure Active Directory, Key Vault for secrets, and Defender for Cloud for continuous risk management.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AU" sz="900" b="1" i="0" dirty="0">
                <a:effectLst/>
                <a:latin typeface="+mj-lt"/>
              </a:rPr>
              <a:t>Resulting Flow:</a:t>
            </a:r>
            <a:r>
              <a:rPr lang="en-AU" sz="900" b="0" i="0" dirty="0">
                <a:effectLst/>
                <a:latin typeface="+mj-lt"/>
              </a:rPr>
              <a:t> Ingested data → Azure ML model pipelines → Multi-agent execution → Output routed via APIs or dashboards → Monitoring for performance and cost optimization.</a:t>
            </a:r>
          </a:p>
        </p:txBody>
      </p:sp>
    </p:spTree>
    <p:extLst>
      <p:ext uri="{BB962C8B-B14F-4D97-AF65-F5344CB8AC3E}">
        <p14:creationId xmlns:p14="http://schemas.microsoft.com/office/powerpoint/2010/main" val="3243169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3723</Words>
  <Application>Microsoft Office PowerPoint</Application>
  <PresentationFormat>Widescreen</PresentationFormat>
  <Paragraphs>315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Chopra</cp:lastModifiedBy>
  <cp:revision>1</cp:revision>
  <dcterms:created xsi:type="dcterms:W3CDTF">2013-01-27T09:14:16Z</dcterms:created>
  <dcterms:modified xsi:type="dcterms:W3CDTF">2026-07-10T06:33:26Z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555cfae-cb2a-4680-b088-01ee30167f3b_Enabled">
    <vt:lpwstr>true</vt:lpwstr>
  </property>
  <property fmtid="{D5CDD505-2E9C-101B-9397-08002B2CF9AE}" pid="3" name="MSIP_Label_6555cfae-cb2a-4680-b088-01ee30167f3b_SetDate">
    <vt:lpwstr>2026-06-07T03:39:29Z</vt:lpwstr>
  </property>
  <property fmtid="{D5CDD505-2E9C-101B-9397-08002B2CF9AE}" pid="4" name="MSIP_Label_6555cfae-cb2a-4680-b088-01ee30167f3b_Method">
    <vt:lpwstr>Privileged</vt:lpwstr>
  </property>
  <property fmtid="{D5CDD505-2E9C-101B-9397-08002B2CF9AE}" pid="5" name="MSIP_Label_6555cfae-cb2a-4680-b088-01ee30167f3b_Name">
    <vt:lpwstr>General Business</vt:lpwstr>
  </property>
  <property fmtid="{D5CDD505-2E9C-101B-9397-08002B2CF9AE}" pid="6" name="MSIP_Label_6555cfae-cb2a-4680-b088-01ee30167f3b_SiteId">
    <vt:lpwstr>57c64fd4-66ca-49f5-ab38-2e67ef58e724</vt:lpwstr>
  </property>
  <property fmtid="{D5CDD505-2E9C-101B-9397-08002B2CF9AE}" pid="7" name="MSIP_Label_6555cfae-cb2a-4680-b088-01ee30167f3b_ActionId">
    <vt:lpwstr>18129918-4301-4a28-8a40-3c58cf573381</vt:lpwstr>
  </property>
  <property fmtid="{D5CDD505-2E9C-101B-9397-08002B2CF9AE}" pid="8" name="MSIP_Label_6555cfae-cb2a-4680-b088-01ee30167f3b_ContentBits">
    <vt:lpwstr>0</vt:lpwstr>
  </property>
  <property fmtid="{D5CDD505-2E9C-101B-9397-08002B2CF9AE}" pid="9" name="MSIP_Label_6555cfae-cb2a-4680-b088-01ee30167f3b_Tag">
    <vt:lpwstr>10, 0, 1, 1</vt:lpwstr>
  </property>
</Properties>
</file>